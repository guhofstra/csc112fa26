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0"/>
  </p:notesMasterIdLst>
  <p:handoutMasterIdLst>
    <p:handoutMasterId r:id="rId21"/>
  </p:handoutMasterIdLst>
  <p:sldIdLst>
    <p:sldId id="256" r:id="rId2"/>
    <p:sldId id="279" r:id="rId3"/>
    <p:sldId id="283" r:id="rId4"/>
    <p:sldId id="282" r:id="rId5"/>
    <p:sldId id="306" r:id="rId6"/>
    <p:sldId id="343" r:id="rId7"/>
    <p:sldId id="345" r:id="rId8"/>
    <p:sldId id="1295" r:id="rId9"/>
    <p:sldId id="413" r:id="rId10"/>
    <p:sldId id="297" r:id="rId11"/>
    <p:sldId id="355" r:id="rId12"/>
    <p:sldId id="308" r:id="rId13"/>
    <p:sldId id="1460" r:id="rId14"/>
    <p:sldId id="1492" r:id="rId15"/>
    <p:sldId id="1493" r:id="rId16"/>
    <p:sldId id="1474" r:id="rId17"/>
    <p:sldId id="1907" r:id="rId18"/>
    <p:sldId id="1919" r:id="rId19"/>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AA"/>
    <a:srgbClr val="FF0000"/>
    <a:srgbClr val="2A40E2"/>
    <a:srgbClr val="BCFFBC"/>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6BD753-5AA5-4C1E-902B-BE8F20FE674E}" v="14" dt="2025-12-06T16:03:16.1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974" autoAdjust="0"/>
    <p:restoredTop sz="86536" autoAdjust="0"/>
  </p:normalViewPr>
  <p:slideViewPr>
    <p:cSldViewPr>
      <p:cViewPr varScale="1">
        <p:scale>
          <a:sx n="71" d="100"/>
          <a:sy n="71" d="100"/>
        </p:scale>
        <p:origin x="677" y="48"/>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addSld delSld modSld sldOrd delMainMaster">
      <pc:chgData name="Zonghua Gu" userId="9a7e1853e1951ef5" providerId="LiveId" clId="{CF1FAA12-072C-4ED5-BA76-0FFFAEFDB88A}" dt="2025-12-06T16:03:21.817" v="61" actId="20577"/>
      <pc:docMkLst>
        <pc:docMk/>
      </pc:docMkLst>
      <pc:sldChg chg="modSp mod">
        <pc:chgData name="Zonghua Gu" userId="9a7e1853e1951ef5" providerId="LiveId" clId="{CF1FAA12-072C-4ED5-BA76-0FFFAEFDB88A}" dt="2025-12-06T15:47:55.428" v="28" actId="20577"/>
        <pc:sldMkLst>
          <pc:docMk/>
          <pc:sldMk cId="0" sldId="256"/>
        </pc:sldMkLst>
        <pc:spChg chg="mod">
          <ac:chgData name="Zonghua Gu" userId="9a7e1853e1951ef5" providerId="LiveId" clId="{CF1FAA12-072C-4ED5-BA76-0FFFAEFDB88A}" dt="2025-12-06T15:47:50.635" v="17" actId="20577"/>
          <ac:spMkLst>
            <pc:docMk/>
            <pc:sldMk cId="0" sldId="256"/>
            <ac:spMk id="3074" creationId="{00000000-0000-0000-0000-000000000000}"/>
          </ac:spMkLst>
        </pc:spChg>
        <pc:spChg chg="mod">
          <ac:chgData name="Zonghua Gu" userId="9a7e1853e1951ef5" providerId="LiveId" clId="{CF1FAA12-072C-4ED5-BA76-0FFFAEFDB88A}" dt="2025-12-06T15:47:55.428" v="28" actId="20577"/>
          <ac:spMkLst>
            <pc:docMk/>
            <pc:sldMk cId="0" sldId="256"/>
            <ac:spMk id="3075" creationId="{00000000-0000-0000-0000-000000000000}"/>
          </ac:spMkLst>
        </pc:spChg>
      </pc:sldChg>
      <pc:sldChg chg="add">
        <pc:chgData name="Zonghua Gu" userId="9a7e1853e1951ef5" providerId="LiveId" clId="{CF1FAA12-072C-4ED5-BA76-0FFFAEFDB88A}" dt="2025-12-06T15:49:36.880" v="30"/>
        <pc:sldMkLst>
          <pc:docMk/>
          <pc:sldMk cId="3926515397" sldId="279"/>
        </pc:sldMkLst>
      </pc:sldChg>
      <pc:sldChg chg="add">
        <pc:chgData name="Zonghua Gu" userId="9a7e1853e1951ef5" providerId="LiveId" clId="{CF1FAA12-072C-4ED5-BA76-0FFFAEFDB88A}" dt="2025-12-06T15:49:36.880" v="30"/>
        <pc:sldMkLst>
          <pc:docMk/>
          <pc:sldMk cId="2754748151" sldId="282"/>
        </pc:sldMkLst>
      </pc:sldChg>
      <pc:sldChg chg="add ord">
        <pc:chgData name="Zonghua Gu" userId="9a7e1853e1951ef5" providerId="LiveId" clId="{CF1FAA12-072C-4ED5-BA76-0FFFAEFDB88A}" dt="2025-12-06T15:49:38.953" v="32"/>
        <pc:sldMkLst>
          <pc:docMk/>
          <pc:sldMk cId="1718656278" sldId="283"/>
        </pc:sldMkLst>
      </pc:sldChg>
      <pc:sldChg chg="del">
        <pc:chgData name="Zonghua Gu" userId="9a7e1853e1951ef5" providerId="LiveId" clId="{CF1FAA12-072C-4ED5-BA76-0FFFAEFDB88A}" dt="2025-12-06T15:48:02.680" v="29" actId="47"/>
        <pc:sldMkLst>
          <pc:docMk/>
          <pc:sldMk cId="289959520" sldId="293"/>
        </pc:sldMkLst>
      </pc:sldChg>
      <pc:sldChg chg="add">
        <pc:chgData name="Zonghua Gu" userId="9a7e1853e1951ef5" providerId="LiveId" clId="{CF1FAA12-072C-4ED5-BA76-0FFFAEFDB88A}" dt="2025-12-06T15:54:46.022" v="39"/>
        <pc:sldMkLst>
          <pc:docMk/>
          <pc:sldMk cId="0" sldId="297"/>
        </pc:sldMkLst>
      </pc:sldChg>
      <pc:sldChg chg="modSp add mod">
        <pc:chgData name="Zonghua Gu" userId="9a7e1853e1951ef5" providerId="LiveId" clId="{CF1FAA12-072C-4ED5-BA76-0FFFAEFDB88A}" dt="2025-12-06T16:03:21.817" v="61" actId="20577"/>
        <pc:sldMkLst>
          <pc:docMk/>
          <pc:sldMk cId="0" sldId="306"/>
        </pc:sldMkLst>
        <pc:spChg chg="mod">
          <ac:chgData name="Zonghua Gu" userId="9a7e1853e1951ef5" providerId="LiveId" clId="{CF1FAA12-072C-4ED5-BA76-0FFFAEFDB88A}" dt="2025-12-06T16:03:21.817" v="61" actId="20577"/>
          <ac:spMkLst>
            <pc:docMk/>
            <pc:sldMk cId="0" sldId="306"/>
            <ac:spMk id="142338" creationId="{F0EAE45E-8690-958C-E7F2-434745B2CF83}"/>
          </ac:spMkLst>
        </pc:spChg>
      </pc:sldChg>
      <pc:sldChg chg="add">
        <pc:chgData name="Zonghua Gu" userId="9a7e1853e1951ef5" providerId="LiveId" clId="{CF1FAA12-072C-4ED5-BA76-0FFFAEFDB88A}" dt="2025-12-06T15:54:06.288" v="38"/>
        <pc:sldMkLst>
          <pc:docMk/>
          <pc:sldMk cId="0" sldId="308"/>
        </pc:sldMkLst>
      </pc:sldChg>
      <pc:sldChg chg="del">
        <pc:chgData name="Zonghua Gu" userId="9a7e1853e1951ef5" providerId="LiveId" clId="{CF1FAA12-072C-4ED5-BA76-0FFFAEFDB88A}" dt="2025-12-06T15:48:02.680" v="29" actId="47"/>
        <pc:sldMkLst>
          <pc:docMk/>
          <pc:sldMk cId="1127357740" sldId="334"/>
        </pc:sldMkLst>
      </pc:sldChg>
      <pc:sldChg chg="add">
        <pc:chgData name="Zonghua Gu" userId="9a7e1853e1951ef5" providerId="LiveId" clId="{CF1FAA12-072C-4ED5-BA76-0FFFAEFDB88A}" dt="2025-12-06T15:51:13.552" v="33"/>
        <pc:sldMkLst>
          <pc:docMk/>
          <pc:sldMk cId="1282735044" sldId="343"/>
        </pc:sldMkLst>
      </pc:sldChg>
      <pc:sldChg chg="add">
        <pc:chgData name="Zonghua Gu" userId="9a7e1853e1951ef5" providerId="LiveId" clId="{CF1FAA12-072C-4ED5-BA76-0FFFAEFDB88A}" dt="2025-12-06T15:51:13.552" v="33"/>
        <pc:sldMkLst>
          <pc:docMk/>
          <pc:sldMk cId="2008321252" sldId="345"/>
        </pc:sldMkLst>
      </pc:sldChg>
      <pc:sldChg chg="add">
        <pc:chgData name="Zonghua Gu" userId="9a7e1853e1951ef5" providerId="LiveId" clId="{CF1FAA12-072C-4ED5-BA76-0FFFAEFDB88A}" dt="2025-12-06T15:54:46.022" v="39"/>
        <pc:sldMkLst>
          <pc:docMk/>
          <pc:sldMk cId="0" sldId="355"/>
        </pc:sldMkLst>
      </pc:sldChg>
      <pc:sldChg chg="del">
        <pc:chgData name="Zonghua Gu" userId="9a7e1853e1951ef5" providerId="LiveId" clId="{CF1FAA12-072C-4ED5-BA76-0FFFAEFDB88A}" dt="2025-12-06T15:48:02.680" v="29" actId="47"/>
        <pc:sldMkLst>
          <pc:docMk/>
          <pc:sldMk cId="539014545" sldId="361"/>
        </pc:sldMkLst>
      </pc:sldChg>
      <pc:sldChg chg="del">
        <pc:chgData name="Zonghua Gu" userId="9a7e1853e1951ef5" providerId="LiveId" clId="{CF1FAA12-072C-4ED5-BA76-0FFFAEFDB88A}" dt="2025-12-06T15:48:02.680" v="29" actId="47"/>
        <pc:sldMkLst>
          <pc:docMk/>
          <pc:sldMk cId="1619048897" sldId="362"/>
        </pc:sldMkLst>
      </pc:sldChg>
      <pc:sldChg chg="del">
        <pc:chgData name="Zonghua Gu" userId="9a7e1853e1951ef5" providerId="LiveId" clId="{CF1FAA12-072C-4ED5-BA76-0FFFAEFDB88A}" dt="2025-12-06T15:48:02.680" v="29" actId="47"/>
        <pc:sldMkLst>
          <pc:docMk/>
          <pc:sldMk cId="1015984977" sldId="363"/>
        </pc:sldMkLst>
      </pc:sldChg>
      <pc:sldChg chg="del">
        <pc:chgData name="Zonghua Gu" userId="9a7e1853e1951ef5" providerId="LiveId" clId="{CF1FAA12-072C-4ED5-BA76-0FFFAEFDB88A}" dt="2025-12-06T15:48:02.680" v="29" actId="47"/>
        <pc:sldMkLst>
          <pc:docMk/>
          <pc:sldMk cId="4198598034" sldId="364"/>
        </pc:sldMkLst>
      </pc:sldChg>
      <pc:sldChg chg="del">
        <pc:chgData name="Zonghua Gu" userId="9a7e1853e1951ef5" providerId="LiveId" clId="{CF1FAA12-072C-4ED5-BA76-0FFFAEFDB88A}" dt="2025-12-06T15:48:02.680" v="29" actId="47"/>
        <pc:sldMkLst>
          <pc:docMk/>
          <pc:sldMk cId="1029170954" sldId="366"/>
        </pc:sldMkLst>
      </pc:sldChg>
      <pc:sldChg chg="del">
        <pc:chgData name="Zonghua Gu" userId="9a7e1853e1951ef5" providerId="LiveId" clId="{CF1FAA12-072C-4ED5-BA76-0FFFAEFDB88A}" dt="2025-12-06T15:48:02.680" v="29" actId="47"/>
        <pc:sldMkLst>
          <pc:docMk/>
          <pc:sldMk cId="2560876631" sldId="369"/>
        </pc:sldMkLst>
      </pc:sldChg>
      <pc:sldChg chg="del">
        <pc:chgData name="Zonghua Gu" userId="9a7e1853e1951ef5" providerId="LiveId" clId="{CF1FAA12-072C-4ED5-BA76-0FFFAEFDB88A}" dt="2025-12-06T15:48:02.680" v="29" actId="47"/>
        <pc:sldMkLst>
          <pc:docMk/>
          <pc:sldMk cId="3243235047" sldId="370"/>
        </pc:sldMkLst>
      </pc:sldChg>
      <pc:sldChg chg="del">
        <pc:chgData name="Zonghua Gu" userId="9a7e1853e1951ef5" providerId="LiveId" clId="{CF1FAA12-072C-4ED5-BA76-0FFFAEFDB88A}" dt="2025-12-06T15:48:02.680" v="29" actId="47"/>
        <pc:sldMkLst>
          <pc:docMk/>
          <pc:sldMk cId="380184321" sldId="371"/>
        </pc:sldMkLst>
      </pc:sldChg>
      <pc:sldChg chg="del">
        <pc:chgData name="Zonghua Gu" userId="9a7e1853e1951ef5" providerId="LiveId" clId="{CF1FAA12-072C-4ED5-BA76-0FFFAEFDB88A}" dt="2025-12-06T15:48:02.680" v="29" actId="47"/>
        <pc:sldMkLst>
          <pc:docMk/>
          <pc:sldMk cId="4006549909" sldId="372"/>
        </pc:sldMkLst>
      </pc:sldChg>
      <pc:sldChg chg="del">
        <pc:chgData name="Zonghua Gu" userId="9a7e1853e1951ef5" providerId="LiveId" clId="{CF1FAA12-072C-4ED5-BA76-0FFFAEFDB88A}" dt="2025-12-06T15:48:02.680" v="29" actId="47"/>
        <pc:sldMkLst>
          <pc:docMk/>
          <pc:sldMk cId="3179576080" sldId="374"/>
        </pc:sldMkLst>
      </pc:sldChg>
      <pc:sldChg chg="del">
        <pc:chgData name="Zonghua Gu" userId="9a7e1853e1951ef5" providerId="LiveId" clId="{CF1FAA12-072C-4ED5-BA76-0FFFAEFDB88A}" dt="2025-12-06T15:48:02.680" v="29" actId="47"/>
        <pc:sldMkLst>
          <pc:docMk/>
          <pc:sldMk cId="1768327204" sldId="375"/>
        </pc:sldMkLst>
      </pc:sldChg>
      <pc:sldChg chg="del">
        <pc:chgData name="Zonghua Gu" userId="9a7e1853e1951ef5" providerId="LiveId" clId="{CF1FAA12-072C-4ED5-BA76-0FFFAEFDB88A}" dt="2025-12-06T15:48:02.680" v="29" actId="47"/>
        <pc:sldMkLst>
          <pc:docMk/>
          <pc:sldMk cId="1141937316" sldId="378"/>
        </pc:sldMkLst>
      </pc:sldChg>
      <pc:sldChg chg="del">
        <pc:chgData name="Zonghua Gu" userId="9a7e1853e1951ef5" providerId="LiveId" clId="{CF1FAA12-072C-4ED5-BA76-0FFFAEFDB88A}" dt="2025-12-06T15:48:02.680" v="29" actId="47"/>
        <pc:sldMkLst>
          <pc:docMk/>
          <pc:sldMk cId="784039188" sldId="382"/>
        </pc:sldMkLst>
      </pc:sldChg>
      <pc:sldChg chg="del">
        <pc:chgData name="Zonghua Gu" userId="9a7e1853e1951ef5" providerId="LiveId" clId="{CF1FAA12-072C-4ED5-BA76-0FFFAEFDB88A}" dt="2025-12-06T15:48:02.680" v="29" actId="47"/>
        <pc:sldMkLst>
          <pc:docMk/>
          <pc:sldMk cId="195301916" sldId="383"/>
        </pc:sldMkLst>
      </pc:sldChg>
      <pc:sldChg chg="del">
        <pc:chgData name="Zonghua Gu" userId="9a7e1853e1951ef5" providerId="LiveId" clId="{CF1FAA12-072C-4ED5-BA76-0FFFAEFDB88A}" dt="2025-12-06T15:48:02.680" v="29" actId="47"/>
        <pc:sldMkLst>
          <pc:docMk/>
          <pc:sldMk cId="3310313223" sldId="384"/>
        </pc:sldMkLst>
      </pc:sldChg>
      <pc:sldChg chg="del">
        <pc:chgData name="Zonghua Gu" userId="9a7e1853e1951ef5" providerId="LiveId" clId="{CF1FAA12-072C-4ED5-BA76-0FFFAEFDB88A}" dt="2025-12-06T15:48:02.680" v="29" actId="47"/>
        <pc:sldMkLst>
          <pc:docMk/>
          <pc:sldMk cId="85389495" sldId="385"/>
        </pc:sldMkLst>
      </pc:sldChg>
      <pc:sldChg chg="del">
        <pc:chgData name="Zonghua Gu" userId="9a7e1853e1951ef5" providerId="LiveId" clId="{CF1FAA12-072C-4ED5-BA76-0FFFAEFDB88A}" dt="2025-12-06T15:48:02.680" v="29" actId="47"/>
        <pc:sldMkLst>
          <pc:docMk/>
          <pc:sldMk cId="3642203268" sldId="386"/>
        </pc:sldMkLst>
      </pc:sldChg>
      <pc:sldChg chg="del">
        <pc:chgData name="Zonghua Gu" userId="9a7e1853e1951ef5" providerId="LiveId" clId="{CF1FAA12-072C-4ED5-BA76-0FFFAEFDB88A}" dt="2025-12-06T15:48:02.680" v="29" actId="47"/>
        <pc:sldMkLst>
          <pc:docMk/>
          <pc:sldMk cId="839808581" sldId="387"/>
        </pc:sldMkLst>
      </pc:sldChg>
      <pc:sldChg chg="del">
        <pc:chgData name="Zonghua Gu" userId="9a7e1853e1951ef5" providerId="LiveId" clId="{CF1FAA12-072C-4ED5-BA76-0FFFAEFDB88A}" dt="2025-12-06T15:48:02.680" v="29" actId="47"/>
        <pc:sldMkLst>
          <pc:docMk/>
          <pc:sldMk cId="1003276924" sldId="388"/>
        </pc:sldMkLst>
      </pc:sldChg>
      <pc:sldChg chg="del">
        <pc:chgData name="Zonghua Gu" userId="9a7e1853e1951ef5" providerId="LiveId" clId="{CF1FAA12-072C-4ED5-BA76-0FFFAEFDB88A}" dt="2025-12-06T15:48:02.680" v="29" actId="47"/>
        <pc:sldMkLst>
          <pc:docMk/>
          <pc:sldMk cId="3931568936" sldId="389"/>
        </pc:sldMkLst>
      </pc:sldChg>
      <pc:sldChg chg="del">
        <pc:chgData name="Zonghua Gu" userId="9a7e1853e1951ef5" providerId="LiveId" clId="{CF1FAA12-072C-4ED5-BA76-0FFFAEFDB88A}" dt="2025-12-06T15:48:02.680" v="29" actId="47"/>
        <pc:sldMkLst>
          <pc:docMk/>
          <pc:sldMk cId="4247476932" sldId="390"/>
        </pc:sldMkLst>
      </pc:sldChg>
      <pc:sldChg chg="del">
        <pc:chgData name="Zonghua Gu" userId="9a7e1853e1951ef5" providerId="LiveId" clId="{CF1FAA12-072C-4ED5-BA76-0FFFAEFDB88A}" dt="2025-12-06T15:48:02.680" v="29" actId="47"/>
        <pc:sldMkLst>
          <pc:docMk/>
          <pc:sldMk cId="4193776484" sldId="394"/>
        </pc:sldMkLst>
      </pc:sldChg>
      <pc:sldChg chg="del">
        <pc:chgData name="Zonghua Gu" userId="9a7e1853e1951ef5" providerId="LiveId" clId="{CF1FAA12-072C-4ED5-BA76-0FFFAEFDB88A}" dt="2025-12-06T15:48:02.680" v="29" actId="47"/>
        <pc:sldMkLst>
          <pc:docMk/>
          <pc:sldMk cId="3574822889" sldId="396"/>
        </pc:sldMkLst>
      </pc:sldChg>
      <pc:sldChg chg="del">
        <pc:chgData name="Zonghua Gu" userId="9a7e1853e1951ef5" providerId="LiveId" clId="{CF1FAA12-072C-4ED5-BA76-0FFFAEFDB88A}" dt="2025-12-06T15:48:02.680" v="29" actId="47"/>
        <pc:sldMkLst>
          <pc:docMk/>
          <pc:sldMk cId="3704783550" sldId="397"/>
        </pc:sldMkLst>
      </pc:sldChg>
      <pc:sldChg chg="del">
        <pc:chgData name="Zonghua Gu" userId="9a7e1853e1951ef5" providerId="LiveId" clId="{CF1FAA12-072C-4ED5-BA76-0FFFAEFDB88A}" dt="2025-12-06T15:48:02.680" v="29" actId="47"/>
        <pc:sldMkLst>
          <pc:docMk/>
          <pc:sldMk cId="3980201829" sldId="400"/>
        </pc:sldMkLst>
      </pc:sldChg>
      <pc:sldChg chg="del">
        <pc:chgData name="Zonghua Gu" userId="9a7e1853e1951ef5" providerId="LiveId" clId="{CF1FAA12-072C-4ED5-BA76-0FFFAEFDB88A}" dt="2025-12-06T15:48:02.680" v="29" actId="47"/>
        <pc:sldMkLst>
          <pc:docMk/>
          <pc:sldMk cId="1782910331" sldId="401"/>
        </pc:sldMkLst>
      </pc:sldChg>
      <pc:sldChg chg="del">
        <pc:chgData name="Zonghua Gu" userId="9a7e1853e1951ef5" providerId="LiveId" clId="{CF1FAA12-072C-4ED5-BA76-0FFFAEFDB88A}" dt="2025-12-06T15:48:02.680" v="29" actId="47"/>
        <pc:sldMkLst>
          <pc:docMk/>
          <pc:sldMk cId="568441020" sldId="402"/>
        </pc:sldMkLst>
      </pc:sldChg>
      <pc:sldChg chg="del">
        <pc:chgData name="Zonghua Gu" userId="9a7e1853e1951ef5" providerId="LiveId" clId="{CF1FAA12-072C-4ED5-BA76-0FFFAEFDB88A}" dt="2025-12-06T15:48:02.680" v="29" actId="47"/>
        <pc:sldMkLst>
          <pc:docMk/>
          <pc:sldMk cId="2969080351" sldId="403"/>
        </pc:sldMkLst>
      </pc:sldChg>
      <pc:sldChg chg="del">
        <pc:chgData name="Zonghua Gu" userId="9a7e1853e1951ef5" providerId="LiveId" clId="{CF1FAA12-072C-4ED5-BA76-0FFFAEFDB88A}" dt="2025-12-06T15:48:02.680" v="29" actId="47"/>
        <pc:sldMkLst>
          <pc:docMk/>
          <pc:sldMk cId="2888432313" sldId="404"/>
        </pc:sldMkLst>
      </pc:sldChg>
      <pc:sldChg chg="del">
        <pc:chgData name="Zonghua Gu" userId="9a7e1853e1951ef5" providerId="LiveId" clId="{CF1FAA12-072C-4ED5-BA76-0FFFAEFDB88A}" dt="2025-12-06T15:48:02.680" v="29" actId="47"/>
        <pc:sldMkLst>
          <pc:docMk/>
          <pc:sldMk cId="3079750067" sldId="406"/>
        </pc:sldMkLst>
      </pc:sldChg>
      <pc:sldChg chg="del">
        <pc:chgData name="Zonghua Gu" userId="9a7e1853e1951ef5" providerId="LiveId" clId="{CF1FAA12-072C-4ED5-BA76-0FFFAEFDB88A}" dt="2025-12-06T15:48:02.680" v="29" actId="47"/>
        <pc:sldMkLst>
          <pc:docMk/>
          <pc:sldMk cId="1421843227" sldId="407"/>
        </pc:sldMkLst>
      </pc:sldChg>
      <pc:sldChg chg="del">
        <pc:chgData name="Zonghua Gu" userId="9a7e1853e1951ef5" providerId="LiveId" clId="{CF1FAA12-072C-4ED5-BA76-0FFFAEFDB88A}" dt="2025-12-06T15:48:02.680" v="29" actId="47"/>
        <pc:sldMkLst>
          <pc:docMk/>
          <pc:sldMk cId="81449435" sldId="409"/>
        </pc:sldMkLst>
      </pc:sldChg>
      <pc:sldChg chg="del">
        <pc:chgData name="Zonghua Gu" userId="9a7e1853e1951ef5" providerId="LiveId" clId="{CF1FAA12-072C-4ED5-BA76-0FFFAEFDB88A}" dt="2025-12-06T15:48:02.680" v="29" actId="47"/>
        <pc:sldMkLst>
          <pc:docMk/>
          <pc:sldMk cId="1605543152" sldId="412"/>
        </pc:sldMkLst>
      </pc:sldChg>
      <pc:sldChg chg="add">
        <pc:chgData name="Zonghua Gu" userId="9a7e1853e1951ef5" providerId="LiveId" clId="{CF1FAA12-072C-4ED5-BA76-0FFFAEFDB88A}" dt="2025-12-06T15:53:29.924" v="36"/>
        <pc:sldMkLst>
          <pc:docMk/>
          <pc:sldMk cId="721770223" sldId="413"/>
        </pc:sldMkLst>
      </pc:sldChg>
      <pc:sldChg chg="del">
        <pc:chgData name="Zonghua Gu" userId="9a7e1853e1951ef5" providerId="LiveId" clId="{CF1FAA12-072C-4ED5-BA76-0FFFAEFDB88A}" dt="2025-12-06T15:48:02.680" v="29" actId="47"/>
        <pc:sldMkLst>
          <pc:docMk/>
          <pc:sldMk cId="2096962246" sldId="416"/>
        </pc:sldMkLst>
      </pc:sldChg>
      <pc:sldChg chg="del">
        <pc:chgData name="Zonghua Gu" userId="9a7e1853e1951ef5" providerId="LiveId" clId="{CF1FAA12-072C-4ED5-BA76-0FFFAEFDB88A}" dt="2025-12-06T15:48:02.680" v="29" actId="47"/>
        <pc:sldMkLst>
          <pc:docMk/>
          <pc:sldMk cId="2382995645" sldId="417"/>
        </pc:sldMkLst>
      </pc:sldChg>
      <pc:sldChg chg="del">
        <pc:chgData name="Zonghua Gu" userId="9a7e1853e1951ef5" providerId="LiveId" clId="{CF1FAA12-072C-4ED5-BA76-0FFFAEFDB88A}" dt="2025-12-06T15:48:02.680" v="29" actId="47"/>
        <pc:sldMkLst>
          <pc:docMk/>
          <pc:sldMk cId="2872939773" sldId="418"/>
        </pc:sldMkLst>
      </pc:sldChg>
      <pc:sldChg chg="del">
        <pc:chgData name="Zonghua Gu" userId="9a7e1853e1951ef5" providerId="LiveId" clId="{CF1FAA12-072C-4ED5-BA76-0FFFAEFDB88A}" dt="2025-12-06T15:48:02.680" v="29" actId="47"/>
        <pc:sldMkLst>
          <pc:docMk/>
          <pc:sldMk cId="225789649" sldId="419"/>
        </pc:sldMkLst>
      </pc:sldChg>
      <pc:sldChg chg="del">
        <pc:chgData name="Zonghua Gu" userId="9a7e1853e1951ef5" providerId="LiveId" clId="{CF1FAA12-072C-4ED5-BA76-0FFFAEFDB88A}" dt="2025-12-06T15:48:02.680" v="29" actId="47"/>
        <pc:sldMkLst>
          <pc:docMk/>
          <pc:sldMk cId="1721452532" sldId="420"/>
        </pc:sldMkLst>
      </pc:sldChg>
      <pc:sldChg chg="del">
        <pc:chgData name="Zonghua Gu" userId="9a7e1853e1951ef5" providerId="LiveId" clId="{CF1FAA12-072C-4ED5-BA76-0FFFAEFDB88A}" dt="2025-12-06T15:48:02.680" v="29" actId="47"/>
        <pc:sldMkLst>
          <pc:docMk/>
          <pc:sldMk cId="2879246627" sldId="421"/>
        </pc:sldMkLst>
      </pc:sldChg>
      <pc:sldChg chg="del">
        <pc:chgData name="Zonghua Gu" userId="9a7e1853e1951ef5" providerId="LiveId" clId="{CF1FAA12-072C-4ED5-BA76-0FFFAEFDB88A}" dt="2025-12-06T15:48:02.680" v="29" actId="47"/>
        <pc:sldMkLst>
          <pc:docMk/>
          <pc:sldMk cId="1606574833" sldId="431"/>
        </pc:sldMkLst>
      </pc:sldChg>
      <pc:sldChg chg="del">
        <pc:chgData name="Zonghua Gu" userId="9a7e1853e1951ef5" providerId="LiveId" clId="{CF1FAA12-072C-4ED5-BA76-0FFFAEFDB88A}" dt="2025-12-06T15:48:02.680" v="29" actId="47"/>
        <pc:sldMkLst>
          <pc:docMk/>
          <pc:sldMk cId="0" sldId="763"/>
        </pc:sldMkLst>
      </pc:sldChg>
      <pc:sldChg chg="del">
        <pc:chgData name="Zonghua Gu" userId="9a7e1853e1951ef5" providerId="LiveId" clId="{CF1FAA12-072C-4ED5-BA76-0FFFAEFDB88A}" dt="2025-12-06T15:48:02.680" v="29" actId="47"/>
        <pc:sldMkLst>
          <pc:docMk/>
          <pc:sldMk cId="0" sldId="764"/>
        </pc:sldMkLst>
      </pc:sldChg>
      <pc:sldChg chg="del">
        <pc:chgData name="Zonghua Gu" userId="9a7e1853e1951ef5" providerId="LiveId" clId="{CF1FAA12-072C-4ED5-BA76-0FFFAEFDB88A}" dt="2025-12-06T15:48:02.680" v="29" actId="47"/>
        <pc:sldMkLst>
          <pc:docMk/>
          <pc:sldMk cId="0" sldId="765"/>
        </pc:sldMkLst>
      </pc:sldChg>
      <pc:sldChg chg="del">
        <pc:chgData name="Zonghua Gu" userId="9a7e1853e1951ef5" providerId="LiveId" clId="{CF1FAA12-072C-4ED5-BA76-0FFFAEFDB88A}" dt="2025-12-06T15:48:02.680" v="29" actId="47"/>
        <pc:sldMkLst>
          <pc:docMk/>
          <pc:sldMk cId="0" sldId="766"/>
        </pc:sldMkLst>
      </pc:sldChg>
      <pc:sldChg chg="del">
        <pc:chgData name="Zonghua Gu" userId="9a7e1853e1951ef5" providerId="LiveId" clId="{CF1FAA12-072C-4ED5-BA76-0FFFAEFDB88A}" dt="2025-12-06T15:48:02.680" v="29" actId="47"/>
        <pc:sldMkLst>
          <pc:docMk/>
          <pc:sldMk cId="0" sldId="767"/>
        </pc:sldMkLst>
      </pc:sldChg>
      <pc:sldChg chg="del">
        <pc:chgData name="Zonghua Gu" userId="9a7e1853e1951ef5" providerId="LiveId" clId="{CF1FAA12-072C-4ED5-BA76-0FFFAEFDB88A}" dt="2025-12-06T15:48:02.680" v="29" actId="47"/>
        <pc:sldMkLst>
          <pc:docMk/>
          <pc:sldMk cId="0" sldId="769"/>
        </pc:sldMkLst>
      </pc:sldChg>
      <pc:sldChg chg="del">
        <pc:chgData name="Zonghua Gu" userId="9a7e1853e1951ef5" providerId="LiveId" clId="{CF1FAA12-072C-4ED5-BA76-0FFFAEFDB88A}" dt="2025-12-06T15:48:02.680" v="29" actId="47"/>
        <pc:sldMkLst>
          <pc:docMk/>
          <pc:sldMk cId="0" sldId="770"/>
        </pc:sldMkLst>
      </pc:sldChg>
      <pc:sldChg chg="del">
        <pc:chgData name="Zonghua Gu" userId="9a7e1853e1951ef5" providerId="LiveId" clId="{CF1FAA12-072C-4ED5-BA76-0FFFAEFDB88A}" dt="2025-12-06T15:48:02.680" v="29" actId="47"/>
        <pc:sldMkLst>
          <pc:docMk/>
          <pc:sldMk cId="4260138566" sldId="771"/>
        </pc:sldMkLst>
      </pc:sldChg>
      <pc:sldChg chg="del">
        <pc:chgData name="Zonghua Gu" userId="9a7e1853e1951ef5" providerId="LiveId" clId="{CF1FAA12-072C-4ED5-BA76-0FFFAEFDB88A}" dt="2025-12-06T15:48:02.680" v="29" actId="47"/>
        <pc:sldMkLst>
          <pc:docMk/>
          <pc:sldMk cId="412387714" sldId="772"/>
        </pc:sldMkLst>
      </pc:sldChg>
      <pc:sldChg chg="del">
        <pc:chgData name="Zonghua Gu" userId="9a7e1853e1951ef5" providerId="LiveId" clId="{CF1FAA12-072C-4ED5-BA76-0FFFAEFDB88A}" dt="2025-12-06T15:48:02.680" v="29" actId="47"/>
        <pc:sldMkLst>
          <pc:docMk/>
          <pc:sldMk cId="48987976" sldId="773"/>
        </pc:sldMkLst>
      </pc:sldChg>
      <pc:sldChg chg="del">
        <pc:chgData name="Zonghua Gu" userId="9a7e1853e1951ef5" providerId="LiveId" clId="{CF1FAA12-072C-4ED5-BA76-0FFFAEFDB88A}" dt="2025-12-06T15:48:02.680" v="29" actId="47"/>
        <pc:sldMkLst>
          <pc:docMk/>
          <pc:sldMk cId="1614609779" sldId="774"/>
        </pc:sldMkLst>
      </pc:sldChg>
      <pc:sldChg chg="del">
        <pc:chgData name="Zonghua Gu" userId="9a7e1853e1951ef5" providerId="LiveId" clId="{CF1FAA12-072C-4ED5-BA76-0FFFAEFDB88A}" dt="2025-12-06T15:48:02.680" v="29" actId="47"/>
        <pc:sldMkLst>
          <pc:docMk/>
          <pc:sldMk cId="3179115414" sldId="775"/>
        </pc:sldMkLst>
      </pc:sldChg>
      <pc:sldChg chg="del">
        <pc:chgData name="Zonghua Gu" userId="9a7e1853e1951ef5" providerId="LiveId" clId="{CF1FAA12-072C-4ED5-BA76-0FFFAEFDB88A}" dt="2025-12-06T15:48:02.680" v="29" actId="47"/>
        <pc:sldMkLst>
          <pc:docMk/>
          <pc:sldMk cId="1979187662" sldId="776"/>
        </pc:sldMkLst>
      </pc:sldChg>
      <pc:sldChg chg="del">
        <pc:chgData name="Zonghua Gu" userId="9a7e1853e1951ef5" providerId="LiveId" clId="{CF1FAA12-072C-4ED5-BA76-0FFFAEFDB88A}" dt="2025-12-06T15:48:02.680" v="29" actId="47"/>
        <pc:sldMkLst>
          <pc:docMk/>
          <pc:sldMk cId="1634372951" sldId="777"/>
        </pc:sldMkLst>
      </pc:sldChg>
      <pc:sldChg chg="del">
        <pc:chgData name="Zonghua Gu" userId="9a7e1853e1951ef5" providerId="LiveId" clId="{CF1FAA12-072C-4ED5-BA76-0FFFAEFDB88A}" dt="2025-12-06T15:48:02.680" v="29" actId="47"/>
        <pc:sldMkLst>
          <pc:docMk/>
          <pc:sldMk cId="1138876061" sldId="778"/>
        </pc:sldMkLst>
      </pc:sldChg>
      <pc:sldChg chg="del">
        <pc:chgData name="Zonghua Gu" userId="9a7e1853e1951ef5" providerId="LiveId" clId="{CF1FAA12-072C-4ED5-BA76-0FFFAEFDB88A}" dt="2025-12-06T15:48:02.680" v="29" actId="47"/>
        <pc:sldMkLst>
          <pc:docMk/>
          <pc:sldMk cId="4198563883" sldId="779"/>
        </pc:sldMkLst>
      </pc:sldChg>
      <pc:sldChg chg="del">
        <pc:chgData name="Zonghua Gu" userId="9a7e1853e1951ef5" providerId="LiveId" clId="{CF1FAA12-072C-4ED5-BA76-0FFFAEFDB88A}" dt="2025-12-06T15:48:02.680" v="29" actId="47"/>
        <pc:sldMkLst>
          <pc:docMk/>
          <pc:sldMk cId="2627931435" sldId="786"/>
        </pc:sldMkLst>
      </pc:sldChg>
      <pc:sldChg chg="del">
        <pc:chgData name="Zonghua Gu" userId="9a7e1853e1951ef5" providerId="LiveId" clId="{CF1FAA12-072C-4ED5-BA76-0FFFAEFDB88A}" dt="2025-12-06T15:48:02.680" v="29" actId="47"/>
        <pc:sldMkLst>
          <pc:docMk/>
          <pc:sldMk cId="0" sldId="860"/>
        </pc:sldMkLst>
      </pc:sldChg>
      <pc:sldChg chg="del">
        <pc:chgData name="Zonghua Gu" userId="9a7e1853e1951ef5" providerId="LiveId" clId="{CF1FAA12-072C-4ED5-BA76-0FFFAEFDB88A}" dt="2025-12-06T15:48:02.680" v="29" actId="47"/>
        <pc:sldMkLst>
          <pc:docMk/>
          <pc:sldMk cId="1176596725" sldId="861"/>
        </pc:sldMkLst>
      </pc:sldChg>
      <pc:sldChg chg="del">
        <pc:chgData name="Zonghua Gu" userId="9a7e1853e1951ef5" providerId="LiveId" clId="{CF1FAA12-072C-4ED5-BA76-0FFFAEFDB88A}" dt="2025-12-06T15:48:02.680" v="29" actId="47"/>
        <pc:sldMkLst>
          <pc:docMk/>
          <pc:sldMk cId="2791237217" sldId="862"/>
        </pc:sldMkLst>
      </pc:sldChg>
      <pc:sldChg chg="modSp add mod">
        <pc:chgData name="Zonghua Gu" userId="9a7e1853e1951ef5" providerId="LiveId" clId="{CF1FAA12-072C-4ED5-BA76-0FFFAEFDB88A}" dt="2025-12-06T15:58:25.012" v="48" actId="27636"/>
        <pc:sldMkLst>
          <pc:docMk/>
          <pc:sldMk cId="3865990141" sldId="1295"/>
        </pc:sldMkLst>
        <pc:spChg chg="mod">
          <ac:chgData name="Zonghua Gu" userId="9a7e1853e1951ef5" providerId="LiveId" clId="{CF1FAA12-072C-4ED5-BA76-0FFFAEFDB88A}" dt="2025-12-06T15:58:25.012" v="48" actId="27636"/>
          <ac:spMkLst>
            <pc:docMk/>
            <pc:sldMk cId="3865990141" sldId="1295"/>
            <ac:spMk id="459779" creationId="{00000000-0000-0000-0000-000000000000}"/>
          </ac:spMkLst>
        </pc:spChg>
      </pc:sldChg>
      <pc:sldChg chg="add del">
        <pc:chgData name="Zonghua Gu" userId="9a7e1853e1951ef5" providerId="LiveId" clId="{CF1FAA12-072C-4ED5-BA76-0FFFAEFDB88A}" dt="2025-12-06T15:53:31.924" v="37" actId="47"/>
        <pc:sldMkLst>
          <pc:docMk/>
          <pc:sldMk cId="1021587674" sldId="1370"/>
        </pc:sldMkLst>
      </pc:sldChg>
      <pc:sldChg chg="add">
        <pc:chgData name="Zonghua Gu" userId="9a7e1853e1951ef5" providerId="LiveId" clId="{CF1FAA12-072C-4ED5-BA76-0FFFAEFDB88A}" dt="2025-12-06T15:57:50.681" v="43"/>
        <pc:sldMkLst>
          <pc:docMk/>
          <pc:sldMk cId="3288640380" sldId="1460"/>
        </pc:sldMkLst>
      </pc:sldChg>
      <pc:sldChg chg="modSp add mod">
        <pc:chgData name="Zonghua Gu" userId="9a7e1853e1951ef5" providerId="LiveId" clId="{CF1FAA12-072C-4ED5-BA76-0FFFAEFDB88A}" dt="2025-12-06T15:58:33.372" v="55" actId="20577"/>
        <pc:sldMkLst>
          <pc:docMk/>
          <pc:sldMk cId="872332521" sldId="1474"/>
        </pc:sldMkLst>
        <pc:spChg chg="mod">
          <ac:chgData name="Zonghua Gu" userId="9a7e1853e1951ef5" providerId="LiveId" clId="{CF1FAA12-072C-4ED5-BA76-0FFFAEFDB88A}" dt="2025-12-06T15:58:33.372" v="55" actId="20577"/>
          <ac:spMkLst>
            <pc:docMk/>
            <pc:sldMk cId="872332521" sldId="1474"/>
            <ac:spMk id="70658" creationId="{00000000-0000-0000-0000-000000000000}"/>
          </ac:spMkLst>
        </pc:spChg>
        <pc:spChg chg="mod">
          <ac:chgData name="Zonghua Gu" userId="9a7e1853e1951ef5" providerId="LiveId" clId="{CF1FAA12-072C-4ED5-BA76-0FFFAEFDB88A}" dt="2025-12-06T15:58:24.840" v="47" actId="27636"/>
          <ac:spMkLst>
            <pc:docMk/>
            <pc:sldMk cId="872332521" sldId="1474"/>
            <ac:spMk id="70659" creationId="{00000000-0000-0000-0000-000000000000}"/>
          </ac:spMkLst>
        </pc:spChg>
      </pc:sldChg>
      <pc:sldChg chg="add del">
        <pc:chgData name="Zonghua Gu" userId="9a7e1853e1951ef5" providerId="LiveId" clId="{CF1FAA12-072C-4ED5-BA76-0FFFAEFDB88A}" dt="2025-12-06T15:58:10.165" v="45" actId="47"/>
        <pc:sldMkLst>
          <pc:docMk/>
          <pc:sldMk cId="1066732455" sldId="1483"/>
        </pc:sldMkLst>
      </pc:sldChg>
      <pc:sldChg chg="modSp add mod">
        <pc:chgData name="Zonghua Gu" userId="9a7e1853e1951ef5" providerId="LiveId" clId="{CF1FAA12-072C-4ED5-BA76-0FFFAEFDB88A}" dt="2025-12-06T15:58:25.331" v="49" actId="27636"/>
        <pc:sldMkLst>
          <pc:docMk/>
          <pc:sldMk cId="301958943" sldId="1492"/>
        </pc:sldMkLst>
        <pc:spChg chg="mod">
          <ac:chgData name="Zonghua Gu" userId="9a7e1853e1951ef5" providerId="LiveId" clId="{CF1FAA12-072C-4ED5-BA76-0FFFAEFDB88A}" dt="2025-12-06T15:58:25.331" v="49" actId="27636"/>
          <ac:spMkLst>
            <pc:docMk/>
            <pc:sldMk cId="301958943" sldId="1492"/>
            <ac:spMk id="3" creationId="{A2A7C0D9-B9D2-EF12-6CD5-DD69AE4BAFC7}"/>
          </ac:spMkLst>
        </pc:spChg>
      </pc:sldChg>
      <pc:sldChg chg="modSp add mod">
        <pc:chgData name="Zonghua Gu" userId="9a7e1853e1951ef5" providerId="LiveId" clId="{CF1FAA12-072C-4ED5-BA76-0FFFAEFDB88A}" dt="2025-12-06T15:58:25.793" v="50" actId="27636"/>
        <pc:sldMkLst>
          <pc:docMk/>
          <pc:sldMk cId="1988999268" sldId="1493"/>
        </pc:sldMkLst>
        <pc:spChg chg="mod">
          <ac:chgData name="Zonghua Gu" userId="9a7e1853e1951ef5" providerId="LiveId" clId="{CF1FAA12-072C-4ED5-BA76-0FFFAEFDB88A}" dt="2025-12-06T15:58:25.793" v="50" actId="27636"/>
          <ac:spMkLst>
            <pc:docMk/>
            <pc:sldMk cId="1988999268" sldId="1493"/>
            <ac:spMk id="3" creationId="{DAA8077A-85B5-A96E-B832-515B4C6B9C6F}"/>
          </ac:spMkLst>
        </pc:spChg>
      </pc:sldChg>
      <pc:sldChg chg="add del">
        <pc:chgData name="Zonghua Gu" userId="9a7e1853e1951ef5" providerId="LiveId" clId="{CF1FAA12-072C-4ED5-BA76-0FFFAEFDB88A}" dt="2025-12-06T15:57:48.965" v="42" actId="47"/>
        <pc:sldMkLst>
          <pc:docMk/>
          <pc:sldMk cId="2766716578" sldId="1501"/>
        </pc:sldMkLst>
      </pc:sldChg>
      <pc:sldChg chg="del">
        <pc:chgData name="Zonghua Gu" userId="9a7e1853e1951ef5" providerId="LiveId" clId="{CF1FAA12-072C-4ED5-BA76-0FFFAEFDB88A}" dt="2025-12-06T15:48:02.680" v="29" actId="47"/>
        <pc:sldMkLst>
          <pc:docMk/>
          <pc:sldMk cId="4170472406" sldId="1691"/>
        </pc:sldMkLst>
      </pc:sldChg>
      <pc:sldChg chg="del">
        <pc:chgData name="Zonghua Gu" userId="9a7e1853e1951ef5" providerId="LiveId" clId="{CF1FAA12-072C-4ED5-BA76-0FFFAEFDB88A}" dt="2025-12-06T15:48:02.680" v="29" actId="47"/>
        <pc:sldMkLst>
          <pc:docMk/>
          <pc:sldMk cId="1658318138" sldId="1692"/>
        </pc:sldMkLst>
      </pc:sldChg>
      <pc:sldChg chg="del">
        <pc:chgData name="Zonghua Gu" userId="9a7e1853e1951ef5" providerId="LiveId" clId="{CF1FAA12-072C-4ED5-BA76-0FFFAEFDB88A}" dt="2025-12-06T15:48:02.680" v="29" actId="47"/>
        <pc:sldMkLst>
          <pc:docMk/>
          <pc:sldMk cId="1513969583" sldId="1693"/>
        </pc:sldMkLst>
      </pc:sldChg>
      <pc:sldChg chg="del">
        <pc:chgData name="Zonghua Gu" userId="9a7e1853e1951ef5" providerId="LiveId" clId="{CF1FAA12-072C-4ED5-BA76-0FFFAEFDB88A}" dt="2025-12-06T15:48:02.680" v="29" actId="47"/>
        <pc:sldMkLst>
          <pc:docMk/>
          <pc:sldMk cId="3314335827" sldId="1698"/>
        </pc:sldMkLst>
      </pc:sldChg>
      <pc:sldChg chg="del">
        <pc:chgData name="Zonghua Gu" userId="9a7e1853e1951ef5" providerId="LiveId" clId="{CF1FAA12-072C-4ED5-BA76-0FFFAEFDB88A}" dt="2025-12-06T15:48:02.680" v="29" actId="47"/>
        <pc:sldMkLst>
          <pc:docMk/>
          <pc:sldMk cId="3184088508" sldId="1755"/>
        </pc:sldMkLst>
      </pc:sldChg>
      <pc:sldChg chg="del">
        <pc:chgData name="Zonghua Gu" userId="9a7e1853e1951ef5" providerId="LiveId" clId="{CF1FAA12-072C-4ED5-BA76-0FFFAEFDB88A}" dt="2025-12-06T15:48:02.680" v="29" actId="47"/>
        <pc:sldMkLst>
          <pc:docMk/>
          <pc:sldMk cId="3849473705" sldId="1756"/>
        </pc:sldMkLst>
      </pc:sldChg>
      <pc:sldChg chg="del">
        <pc:chgData name="Zonghua Gu" userId="9a7e1853e1951ef5" providerId="LiveId" clId="{CF1FAA12-072C-4ED5-BA76-0FFFAEFDB88A}" dt="2025-12-06T15:48:02.680" v="29" actId="47"/>
        <pc:sldMkLst>
          <pc:docMk/>
          <pc:sldMk cId="667166021" sldId="1764"/>
        </pc:sldMkLst>
      </pc:sldChg>
      <pc:sldChg chg="del">
        <pc:chgData name="Zonghua Gu" userId="9a7e1853e1951ef5" providerId="LiveId" clId="{CF1FAA12-072C-4ED5-BA76-0FFFAEFDB88A}" dt="2025-12-06T15:48:02.680" v="29" actId="47"/>
        <pc:sldMkLst>
          <pc:docMk/>
          <pc:sldMk cId="455782792" sldId="1768"/>
        </pc:sldMkLst>
      </pc:sldChg>
      <pc:sldChg chg="del">
        <pc:chgData name="Zonghua Gu" userId="9a7e1853e1951ef5" providerId="LiveId" clId="{CF1FAA12-072C-4ED5-BA76-0FFFAEFDB88A}" dt="2025-12-06T15:48:02.680" v="29" actId="47"/>
        <pc:sldMkLst>
          <pc:docMk/>
          <pc:sldMk cId="3579808474" sldId="1769"/>
        </pc:sldMkLst>
      </pc:sldChg>
      <pc:sldChg chg="del">
        <pc:chgData name="Zonghua Gu" userId="9a7e1853e1951ef5" providerId="LiveId" clId="{CF1FAA12-072C-4ED5-BA76-0FFFAEFDB88A}" dt="2025-12-06T15:48:02.680" v="29" actId="47"/>
        <pc:sldMkLst>
          <pc:docMk/>
          <pc:sldMk cId="1665095346" sldId="1770"/>
        </pc:sldMkLst>
      </pc:sldChg>
      <pc:sldChg chg="del">
        <pc:chgData name="Zonghua Gu" userId="9a7e1853e1951ef5" providerId="LiveId" clId="{CF1FAA12-072C-4ED5-BA76-0FFFAEFDB88A}" dt="2025-12-06T15:48:02.680" v="29" actId="47"/>
        <pc:sldMkLst>
          <pc:docMk/>
          <pc:sldMk cId="1672883327" sldId="1771"/>
        </pc:sldMkLst>
      </pc:sldChg>
      <pc:sldChg chg="del">
        <pc:chgData name="Zonghua Gu" userId="9a7e1853e1951ef5" providerId="LiveId" clId="{CF1FAA12-072C-4ED5-BA76-0FFFAEFDB88A}" dt="2025-12-06T15:48:02.680" v="29" actId="47"/>
        <pc:sldMkLst>
          <pc:docMk/>
          <pc:sldMk cId="2635909221" sldId="1772"/>
        </pc:sldMkLst>
      </pc:sldChg>
      <pc:sldChg chg="add">
        <pc:chgData name="Zonghua Gu" userId="9a7e1853e1951ef5" providerId="LiveId" clId="{CF1FAA12-072C-4ED5-BA76-0FFFAEFDB88A}" dt="2025-12-06T15:59:27.403" v="56"/>
        <pc:sldMkLst>
          <pc:docMk/>
          <pc:sldMk cId="1599863210" sldId="1907"/>
        </pc:sldMkLst>
      </pc:sldChg>
      <pc:sldChg chg="add">
        <pc:chgData name="Zonghua Gu" userId="9a7e1853e1951ef5" providerId="LiveId" clId="{CF1FAA12-072C-4ED5-BA76-0FFFAEFDB88A}" dt="2025-12-06T16:01:24.486" v="57"/>
        <pc:sldMkLst>
          <pc:docMk/>
          <pc:sldMk cId="2165030028" sldId="1919"/>
        </pc:sldMkLst>
      </pc:sldChg>
      <pc:sldMasterChg chg="del delSldLayout">
        <pc:chgData name="Zonghua Gu" userId="9a7e1853e1951ef5" providerId="LiveId" clId="{CF1FAA12-072C-4ED5-BA76-0FFFAEFDB88A}" dt="2025-12-06T15:48:02.680" v="29" actId="47"/>
        <pc:sldMasterMkLst>
          <pc:docMk/>
          <pc:sldMasterMk cId="1008590200" sldId="2147483739"/>
        </pc:sldMasterMkLst>
        <pc:sldLayoutChg chg="del">
          <pc:chgData name="Zonghua Gu" userId="9a7e1853e1951ef5" providerId="LiveId" clId="{CF1FAA12-072C-4ED5-BA76-0FFFAEFDB88A}" dt="2025-12-06T15:48:02.680" v="29" actId="47"/>
          <pc:sldLayoutMkLst>
            <pc:docMk/>
            <pc:sldMasterMk cId="1008590200" sldId="2147483739"/>
            <pc:sldLayoutMk cId="3934024703" sldId="2147483740"/>
          </pc:sldLayoutMkLst>
        </pc:sldLayoutChg>
        <pc:sldLayoutChg chg="del">
          <pc:chgData name="Zonghua Gu" userId="9a7e1853e1951ef5" providerId="LiveId" clId="{CF1FAA12-072C-4ED5-BA76-0FFFAEFDB88A}" dt="2025-12-06T15:48:02.680" v="29" actId="47"/>
          <pc:sldLayoutMkLst>
            <pc:docMk/>
            <pc:sldMasterMk cId="1008590200" sldId="2147483739"/>
            <pc:sldLayoutMk cId="915407983" sldId="2147483741"/>
          </pc:sldLayoutMkLst>
        </pc:sldLayoutChg>
        <pc:sldLayoutChg chg="del">
          <pc:chgData name="Zonghua Gu" userId="9a7e1853e1951ef5" providerId="LiveId" clId="{CF1FAA12-072C-4ED5-BA76-0FFFAEFDB88A}" dt="2025-12-06T15:48:02.680" v="29" actId="47"/>
          <pc:sldLayoutMkLst>
            <pc:docMk/>
            <pc:sldMasterMk cId="1008590200" sldId="2147483739"/>
            <pc:sldLayoutMk cId="3586675217" sldId="2147483742"/>
          </pc:sldLayoutMkLst>
        </pc:sldLayoutChg>
        <pc:sldLayoutChg chg="del">
          <pc:chgData name="Zonghua Gu" userId="9a7e1853e1951ef5" providerId="LiveId" clId="{CF1FAA12-072C-4ED5-BA76-0FFFAEFDB88A}" dt="2025-12-06T15:48:02.680" v="29" actId="47"/>
          <pc:sldLayoutMkLst>
            <pc:docMk/>
            <pc:sldMasterMk cId="1008590200" sldId="2147483739"/>
            <pc:sldLayoutMk cId="3889848003" sldId="2147483743"/>
          </pc:sldLayoutMkLst>
        </pc:sldLayoutChg>
        <pc:sldLayoutChg chg="del">
          <pc:chgData name="Zonghua Gu" userId="9a7e1853e1951ef5" providerId="LiveId" clId="{CF1FAA12-072C-4ED5-BA76-0FFFAEFDB88A}" dt="2025-12-06T15:48:02.680" v="29" actId="47"/>
          <pc:sldLayoutMkLst>
            <pc:docMk/>
            <pc:sldMasterMk cId="1008590200" sldId="2147483739"/>
            <pc:sldLayoutMk cId="1697660285" sldId="2147483744"/>
          </pc:sldLayoutMkLst>
        </pc:sldLayoutChg>
        <pc:sldLayoutChg chg="del">
          <pc:chgData name="Zonghua Gu" userId="9a7e1853e1951ef5" providerId="LiveId" clId="{CF1FAA12-072C-4ED5-BA76-0FFFAEFDB88A}" dt="2025-12-06T15:48:02.680" v="29" actId="47"/>
          <pc:sldLayoutMkLst>
            <pc:docMk/>
            <pc:sldMasterMk cId="1008590200" sldId="2147483739"/>
            <pc:sldLayoutMk cId="817524432" sldId="2147483745"/>
          </pc:sldLayoutMkLst>
        </pc:sldLayoutChg>
        <pc:sldLayoutChg chg="del">
          <pc:chgData name="Zonghua Gu" userId="9a7e1853e1951ef5" providerId="LiveId" clId="{CF1FAA12-072C-4ED5-BA76-0FFFAEFDB88A}" dt="2025-12-06T15:48:02.680" v="29" actId="47"/>
          <pc:sldLayoutMkLst>
            <pc:docMk/>
            <pc:sldMasterMk cId="1008590200" sldId="2147483739"/>
            <pc:sldLayoutMk cId="790684883" sldId="2147483746"/>
          </pc:sldLayoutMkLst>
        </pc:sldLayoutChg>
        <pc:sldLayoutChg chg="del">
          <pc:chgData name="Zonghua Gu" userId="9a7e1853e1951ef5" providerId="LiveId" clId="{CF1FAA12-072C-4ED5-BA76-0FFFAEFDB88A}" dt="2025-12-06T15:48:02.680" v="29" actId="47"/>
          <pc:sldLayoutMkLst>
            <pc:docMk/>
            <pc:sldMasterMk cId="1008590200" sldId="2147483739"/>
            <pc:sldLayoutMk cId="1028328202" sldId="2147483747"/>
          </pc:sldLayoutMkLst>
        </pc:sldLayoutChg>
        <pc:sldLayoutChg chg="del">
          <pc:chgData name="Zonghua Gu" userId="9a7e1853e1951ef5" providerId="LiveId" clId="{CF1FAA12-072C-4ED5-BA76-0FFFAEFDB88A}" dt="2025-12-06T15:48:02.680" v="29" actId="47"/>
          <pc:sldLayoutMkLst>
            <pc:docMk/>
            <pc:sldMasterMk cId="1008590200" sldId="2147483739"/>
            <pc:sldLayoutMk cId="232748065" sldId="2147483748"/>
          </pc:sldLayoutMkLst>
        </pc:sldLayoutChg>
        <pc:sldLayoutChg chg="del">
          <pc:chgData name="Zonghua Gu" userId="9a7e1853e1951ef5" providerId="LiveId" clId="{CF1FAA12-072C-4ED5-BA76-0FFFAEFDB88A}" dt="2025-12-06T15:48:02.680" v="29" actId="47"/>
          <pc:sldLayoutMkLst>
            <pc:docMk/>
            <pc:sldMasterMk cId="1008590200" sldId="2147483739"/>
            <pc:sldLayoutMk cId="3637568454" sldId="2147483749"/>
          </pc:sldLayoutMkLst>
        </pc:sldLayoutChg>
        <pc:sldLayoutChg chg="del">
          <pc:chgData name="Zonghua Gu" userId="9a7e1853e1951ef5" providerId="LiveId" clId="{CF1FAA12-072C-4ED5-BA76-0FFFAEFDB88A}" dt="2025-12-06T15:48:02.680" v="29" actId="47"/>
          <pc:sldLayoutMkLst>
            <pc:docMk/>
            <pc:sldMasterMk cId="1008590200" sldId="2147483739"/>
            <pc:sldLayoutMk cId="859803838" sldId="2147483750"/>
          </pc:sldLayoutMkLst>
        </pc:sldLayoutChg>
        <pc:sldLayoutChg chg="del">
          <pc:chgData name="Zonghua Gu" userId="9a7e1853e1951ef5" providerId="LiveId" clId="{CF1FAA12-072C-4ED5-BA76-0FFFAEFDB88A}" dt="2025-12-06T15:48:02.680" v="29" actId="47"/>
          <pc:sldLayoutMkLst>
            <pc:docMk/>
            <pc:sldMasterMk cId="1008590200" sldId="2147483739"/>
            <pc:sldLayoutMk cId="554743208" sldId="2147483751"/>
          </pc:sldLayoutMkLst>
        </pc:sldLayoutChg>
      </pc:sldMasterChg>
      <pc:sldMasterChg chg="del delSldLayout">
        <pc:chgData name="Zonghua Gu" userId="9a7e1853e1951ef5" providerId="LiveId" clId="{CF1FAA12-072C-4ED5-BA76-0FFFAEFDB88A}" dt="2025-12-06T15:48:02.680" v="29" actId="47"/>
        <pc:sldMasterMkLst>
          <pc:docMk/>
          <pc:sldMasterMk cId="976695285" sldId="2147483765"/>
        </pc:sldMasterMkLst>
        <pc:sldLayoutChg chg="del">
          <pc:chgData name="Zonghua Gu" userId="9a7e1853e1951ef5" providerId="LiveId" clId="{CF1FAA12-072C-4ED5-BA76-0FFFAEFDB88A}" dt="2025-12-06T15:48:02.680" v="29" actId="47"/>
          <pc:sldLayoutMkLst>
            <pc:docMk/>
            <pc:sldMasterMk cId="976695285" sldId="2147483765"/>
            <pc:sldLayoutMk cId="1776487186" sldId="2147483766"/>
          </pc:sldLayoutMkLst>
        </pc:sldLayoutChg>
        <pc:sldLayoutChg chg="del">
          <pc:chgData name="Zonghua Gu" userId="9a7e1853e1951ef5" providerId="LiveId" clId="{CF1FAA12-072C-4ED5-BA76-0FFFAEFDB88A}" dt="2025-12-06T15:48:02.680" v="29" actId="47"/>
          <pc:sldLayoutMkLst>
            <pc:docMk/>
            <pc:sldMasterMk cId="976695285" sldId="2147483765"/>
            <pc:sldLayoutMk cId="3662895706" sldId="2147483767"/>
          </pc:sldLayoutMkLst>
        </pc:sldLayoutChg>
        <pc:sldLayoutChg chg="del">
          <pc:chgData name="Zonghua Gu" userId="9a7e1853e1951ef5" providerId="LiveId" clId="{CF1FAA12-072C-4ED5-BA76-0FFFAEFDB88A}" dt="2025-12-06T15:48:02.680" v="29" actId="47"/>
          <pc:sldLayoutMkLst>
            <pc:docMk/>
            <pc:sldMasterMk cId="976695285" sldId="2147483765"/>
            <pc:sldLayoutMk cId="2737115449" sldId="2147483768"/>
          </pc:sldLayoutMkLst>
        </pc:sldLayoutChg>
        <pc:sldLayoutChg chg="del">
          <pc:chgData name="Zonghua Gu" userId="9a7e1853e1951ef5" providerId="LiveId" clId="{CF1FAA12-072C-4ED5-BA76-0FFFAEFDB88A}" dt="2025-12-06T15:48:02.680" v="29" actId="47"/>
          <pc:sldLayoutMkLst>
            <pc:docMk/>
            <pc:sldMasterMk cId="976695285" sldId="2147483765"/>
            <pc:sldLayoutMk cId="3757619497" sldId="2147483769"/>
          </pc:sldLayoutMkLst>
        </pc:sldLayoutChg>
        <pc:sldLayoutChg chg="del">
          <pc:chgData name="Zonghua Gu" userId="9a7e1853e1951ef5" providerId="LiveId" clId="{CF1FAA12-072C-4ED5-BA76-0FFFAEFDB88A}" dt="2025-12-06T15:48:02.680" v="29" actId="47"/>
          <pc:sldLayoutMkLst>
            <pc:docMk/>
            <pc:sldMasterMk cId="976695285" sldId="2147483765"/>
            <pc:sldLayoutMk cId="1286861928" sldId="2147483770"/>
          </pc:sldLayoutMkLst>
        </pc:sldLayoutChg>
        <pc:sldLayoutChg chg="del">
          <pc:chgData name="Zonghua Gu" userId="9a7e1853e1951ef5" providerId="LiveId" clId="{CF1FAA12-072C-4ED5-BA76-0FFFAEFDB88A}" dt="2025-12-06T15:48:02.680" v="29" actId="47"/>
          <pc:sldLayoutMkLst>
            <pc:docMk/>
            <pc:sldMasterMk cId="976695285" sldId="2147483765"/>
            <pc:sldLayoutMk cId="2049524652" sldId="2147483771"/>
          </pc:sldLayoutMkLst>
        </pc:sldLayoutChg>
        <pc:sldLayoutChg chg="del">
          <pc:chgData name="Zonghua Gu" userId="9a7e1853e1951ef5" providerId="LiveId" clId="{CF1FAA12-072C-4ED5-BA76-0FFFAEFDB88A}" dt="2025-12-06T15:48:02.680" v="29" actId="47"/>
          <pc:sldLayoutMkLst>
            <pc:docMk/>
            <pc:sldMasterMk cId="976695285" sldId="2147483765"/>
            <pc:sldLayoutMk cId="806543438" sldId="2147483772"/>
          </pc:sldLayoutMkLst>
        </pc:sldLayoutChg>
        <pc:sldLayoutChg chg="del">
          <pc:chgData name="Zonghua Gu" userId="9a7e1853e1951ef5" providerId="LiveId" clId="{CF1FAA12-072C-4ED5-BA76-0FFFAEFDB88A}" dt="2025-12-06T15:48:02.680" v="29" actId="47"/>
          <pc:sldLayoutMkLst>
            <pc:docMk/>
            <pc:sldMasterMk cId="976695285" sldId="2147483765"/>
            <pc:sldLayoutMk cId="243396415" sldId="2147483773"/>
          </pc:sldLayoutMkLst>
        </pc:sldLayoutChg>
        <pc:sldLayoutChg chg="del">
          <pc:chgData name="Zonghua Gu" userId="9a7e1853e1951ef5" providerId="LiveId" clId="{CF1FAA12-072C-4ED5-BA76-0FFFAEFDB88A}" dt="2025-12-06T15:48:02.680" v="29" actId="47"/>
          <pc:sldLayoutMkLst>
            <pc:docMk/>
            <pc:sldMasterMk cId="976695285" sldId="2147483765"/>
            <pc:sldLayoutMk cId="2839870666" sldId="2147483774"/>
          </pc:sldLayoutMkLst>
        </pc:sldLayoutChg>
        <pc:sldLayoutChg chg="del">
          <pc:chgData name="Zonghua Gu" userId="9a7e1853e1951ef5" providerId="LiveId" clId="{CF1FAA12-072C-4ED5-BA76-0FFFAEFDB88A}" dt="2025-12-06T15:48:02.680" v="29" actId="47"/>
          <pc:sldLayoutMkLst>
            <pc:docMk/>
            <pc:sldMasterMk cId="976695285" sldId="2147483765"/>
            <pc:sldLayoutMk cId="4218966636" sldId="2147483775"/>
          </pc:sldLayoutMkLst>
        </pc:sldLayoutChg>
        <pc:sldLayoutChg chg="del">
          <pc:chgData name="Zonghua Gu" userId="9a7e1853e1951ef5" providerId="LiveId" clId="{CF1FAA12-072C-4ED5-BA76-0FFFAEFDB88A}" dt="2025-12-06T15:48:02.680" v="29" actId="47"/>
          <pc:sldLayoutMkLst>
            <pc:docMk/>
            <pc:sldMasterMk cId="976695285" sldId="2147483765"/>
            <pc:sldLayoutMk cId="2041567888" sldId="2147483776"/>
          </pc:sldLayoutMkLst>
        </pc:sldLayoutChg>
        <pc:sldLayoutChg chg="del">
          <pc:chgData name="Zonghua Gu" userId="9a7e1853e1951ef5" providerId="LiveId" clId="{CF1FAA12-072C-4ED5-BA76-0FFFAEFDB88A}" dt="2025-12-06T15:48:02.680" v="29" actId="47"/>
          <pc:sldLayoutMkLst>
            <pc:docMk/>
            <pc:sldMasterMk cId="976695285" sldId="2147483765"/>
            <pc:sldLayoutMk cId="4229930904" sldId="2147483777"/>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gaia.ecs.csus.edu/~zhangd/oscal/pscheduling.html"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GB" b="0" kern="0" dirty="0"/>
              <a:t>fork() returns 0 in child process and process ID of child process in parent process. </a:t>
            </a:r>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2</a:t>
            </a:fld>
            <a:endParaRPr kumimoji="1" lang="zh-CN" altLang="en-US"/>
          </a:p>
        </p:txBody>
      </p:sp>
    </p:spTree>
    <p:extLst>
      <p:ext uri="{BB962C8B-B14F-4D97-AF65-F5344CB8AC3E}">
        <p14:creationId xmlns:p14="http://schemas.microsoft.com/office/powerpoint/2010/main" val="20039222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You</a:t>
            </a:r>
            <a:r>
              <a:rPr lang="zh-CN" altLang="en-US" dirty="0"/>
              <a:t> </a:t>
            </a:r>
            <a:r>
              <a:rPr lang="en-US" altLang="zh-CN" dirty="0"/>
              <a:t>may</a:t>
            </a:r>
            <a:r>
              <a:rPr lang="zh-CN" altLang="en-US" dirty="0"/>
              <a:t> </a:t>
            </a:r>
            <a:r>
              <a:rPr lang="en-US" altLang="zh-CN" dirty="0"/>
              <a:t>not</a:t>
            </a:r>
            <a:r>
              <a:rPr lang="zh-CN" altLang="en-US" dirty="0"/>
              <a:t> </a:t>
            </a:r>
            <a:r>
              <a:rPr lang="en-US" altLang="zh-CN" dirty="0"/>
              <a:t>have</a:t>
            </a:r>
            <a:r>
              <a:rPr lang="zh-CN" altLang="en-US" dirty="0"/>
              <a:t> </a:t>
            </a:r>
            <a:r>
              <a:rPr lang="en-US" altLang="zh-CN" dirty="0"/>
              <a:t>the</a:t>
            </a:r>
            <a:r>
              <a:rPr lang="zh-CN" altLang="en-US" dirty="0"/>
              <a:t> </a:t>
            </a:r>
            <a:r>
              <a:rPr lang="en-US" altLang="zh-CN" dirty="0"/>
              <a:t>exec</a:t>
            </a:r>
            <a:r>
              <a:rPr lang="zh-CN" altLang="en-US" dirty="0"/>
              <a:t> </a:t>
            </a:r>
            <a:r>
              <a:rPr lang="en-US" altLang="zh-CN" dirty="0"/>
              <a:t>command</a:t>
            </a:r>
            <a:r>
              <a:rPr lang="zh-CN" altLang="en-US" dirty="0"/>
              <a:t> </a:t>
            </a:r>
            <a:r>
              <a:rPr lang="en-US" altLang="zh-CN" dirty="0"/>
              <a:t>instead</a:t>
            </a:r>
            <a:r>
              <a:rPr lang="zh-CN" altLang="en-US" dirty="0"/>
              <a:t> </a:t>
            </a:r>
            <a:r>
              <a:rPr lang="en-US" altLang="zh-CN" dirty="0"/>
              <a:t>you</a:t>
            </a:r>
            <a:r>
              <a:rPr lang="zh-CN" altLang="en-US" dirty="0"/>
              <a:t> </a:t>
            </a:r>
            <a:r>
              <a:rPr lang="en-US" altLang="zh-CN" dirty="0"/>
              <a:t>have</a:t>
            </a:r>
            <a:r>
              <a:rPr lang="zh-CN" altLang="en-US" dirty="0"/>
              <a:t> </a:t>
            </a:r>
            <a:r>
              <a:rPr lang="en-US" altLang="zh-CN" dirty="0"/>
              <a:t>several</a:t>
            </a:r>
            <a:r>
              <a:rPr lang="zh-CN" altLang="en-US" dirty="0"/>
              <a:t> </a:t>
            </a:r>
            <a:r>
              <a:rPr lang="en-US" altLang="zh-CN" dirty="0"/>
              <a:t>alternatives</a:t>
            </a:r>
            <a:r>
              <a:rPr lang="zh-CN" altLang="en-US" dirty="0"/>
              <a:t> </a:t>
            </a:r>
            <a:r>
              <a:rPr lang="en-US" altLang="zh-CN" dirty="0"/>
              <a:t>you</a:t>
            </a:r>
            <a:r>
              <a:rPr lang="zh-CN" altLang="en-US" dirty="0"/>
              <a:t> </a:t>
            </a:r>
            <a:r>
              <a:rPr lang="en-US" altLang="zh-CN" dirty="0"/>
              <a:t>can</a:t>
            </a:r>
            <a:r>
              <a:rPr lang="zh-CN" altLang="en-US" dirty="0"/>
              <a:t> </a:t>
            </a:r>
            <a:r>
              <a:rPr lang="en-US" altLang="zh-CN" dirty="0"/>
              <a:t>use</a:t>
            </a:r>
            <a:r>
              <a:rPr lang="zh-CN" altLang="en-US" dirty="0"/>
              <a:t> </a:t>
            </a:r>
            <a:r>
              <a:rPr lang="en-US" altLang="zh-CN" dirty="0"/>
              <a:t>in</a:t>
            </a:r>
            <a:r>
              <a:rPr lang="zh-CN" altLang="en-US" dirty="0"/>
              <a:t> </a:t>
            </a:r>
            <a:r>
              <a:rPr lang="en-US" altLang="zh-CN" dirty="0"/>
              <a:t>different</a:t>
            </a:r>
            <a:r>
              <a:rPr lang="zh-CN" altLang="en-US" dirty="0"/>
              <a:t> </a:t>
            </a:r>
            <a:r>
              <a:rPr lang="en-US" altLang="zh-CN" dirty="0"/>
              <a:t>situations</a:t>
            </a:r>
          </a:p>
          <a:p>
            <a:r>
              <a:rPr lang="en-US" altLang="zh-CN" b="1" dirty="0">
                <a:solidFill>
                  <a:srgbClr val="FF0000"/>
                </a:solidFill>
              </a:rPr>
              <a:t>Returns</a:t>
            </a:r>
            <a:r>
              <a:rPr lang="zh-CN" altLang="en-US" b="1" dirty="0">
                <a:solidFill>
                  <a:srgbClr val="FF0000"/>
                </a:solidFill>
              </a:rPr>
              <a:t> </a:t>
            </a:r>
            <a:r>
              <a:rPr lang="en-US" altLang="zh-CN" b="1" dirty="0">
                <a:solidFill>
                  <a:srgbClr val="FF0000"/>
                </a:solidFill>
              </a:rPr>
              <a:t>if</a:t>
            </a:r>
            <a:r>
              <a:rPr lang="zh-CN" altLang="en-US" b="1" dirty="0">
                <a:solidFill>
                  <a:srgbClr val="FF0000"/>
                </a:solidFill>
              </a:rPr>
              <a:t> </a:t>
            </a:r>
            <a:r>
              <a:rPr lang="en-US" altLang="zh-CN" b="1" dirty="0">
                <a:solidFill>
                  <a:srgbClr val="FF0000"/>
                </a:solidFill>
              </a:rPr>
              <a:t>errors occur</a:t>
            </a:r>
          </a:p>
          <a:p>
            <a:r>
              <a:rPr lang="en-US" altLang="zh-CN" dirty="0"/>
              <a:t>Replace</a:t>
            </a:r>
            <a:r>
              <a:rPr lang="zh-CN" altLang="en-US" dirty="0"/>
              <a:t> </a:t>
            </a:r>
            <a:r>
              <a:rPr lang="en-US" altLang="zh-CN" dirty="0"/>
              <a:t>current</a:t>
            </a:r>
            <a:r>
              <a:rPr lang="zh-CN" altLang="en-US" dirty="0"/>
              <a:t> </a:t>
            </a:r>
            <a:r>
              <a:rPr lang="en-US" altLang="zh-CN" dirty="0"/>
              <a:t>data</a:t>
            </a:r>
            <a:r>
              <a:rPr lang="zh-CN" altLang="en-US" dirty="0"/>
              <a:t> </a:t>
            </a:r>
            <a:r>
              <a:rPr lang="en-US" altLang="zh-CN" dirty="0"/>
              <a:t>and</a:t>
            </a:r>
            <a:r>
              <a:rPr lang="zh-CN" altLang="en-US" dirty="0"/>
              <a:t> </a:t>
            </a:r>
            <a:r>
              <a:rPr lang="en-US" altLang="zh-CN" dirty="0"/>
              <a:t>code</a:t>
            </a:r>
            <a:r>
              <a:rPr lang="zh-CN" altLang="en-US" dirty="0"/>
              <a:t> </a:t>
            </a:r>
            <a:r>
              <a:rPr lang="en-US" altLang="zh-CN" dirty="0"/>
              <a:t>with</a:t>
            </a:r>
            <a:r>
              <a:rPr lang="zh-CN" altLang="en-US" dirty="0"/>
              <a:t> </a:t>
            </a:r>
            <a:r>
              <a:rPr lang="en-US" altLang="zh-CN" dirty="0"/>
              <a:t>new</a:t>
            </a:r>
            <a:r>
              <a:rPr lang="zh-CN" altLang="en-US" dirty="0"/>
              <a:t> </a:t>
            </a:r>
            <a:r>
              <a:rPr lang="en-US" altLang="zh-CN" dirty="0"/>
              <a:t>in</a:t>
            </a:r>
            <a:r>
              <a:rPr lang="zh-CN" altLang="en-US" dirty="0"/>
              <a:t> </a:t>
            </a:r>
            <a:r>
              <a:rPr lang="en-US" altLang="zh-CN" dirty="0"/>
              <a:t>specified</a:t>
            </a:r>
            <a:r>
              <a:rPr lang="zh-CN" altLang="en-US" dirty="0"/>
              <a:t> </a:t>
            </a:r>
            <a:r>
              <a:rPr lang="en-US" altLang="zh-CN" dirty="0"/>
              <a:t>file,</a:t>
            </a:r>
            <a:r>
              <a:rPr lang="zh-CN" altLang="en-US" dirty="0"/>
              <a:t> </a:t>
            </a:r>
            <a:r>
              <a:rPr lang="en-US" altLang="zh-CN" dirty="0"/>
              <a:t>i.e.,</a:t>
            </a:r>
            <a:r>
              <a:rPr lang="zh-CN" altLang="en-US" dirty="0"/>
              <a:t> </a:t>
            </a:r>
            <a:r>
              <a:rPr lang="en-US" altLang="zh-CN" dirty="0"/>
              <a:t>it</a:t>
            </a:r>
            <a:r>
              <a:rPr lang="zh-CN" altLang="en-US" dirty="0"/>
              <a:t> </a:t>
            </a:r>
            <a:r>
              <a:rPr lang="en-US" altLang="zh-CN" dirty="0"/>
              <a:t>loads</a:t>
            </a:r>
            <a:r>
              <a:rPr lang="zh-CN" altLang="en-US" dirty="0"/>
              <a:t> </a:t>
            </a:r>
            <a:r>
              <a:rPr lang="en-US" altLang="zh-CN" dirty="0"/>
              <a:t>a</a:t>
            </a:r>
            <a:r>
              <a:rPr lang="zh-CN" altLang="en-US" dirty="0"/>
              <a:t> </a:t>
            </a:r>
            <a:r>
              <a:rPr lang="en-US" altLang="zh-CN" dirty="0"/>
              <a:t>new</a:t>
            </a:r>
            <a:r>
              <a:rPr lang="zh-CN" altLang="en-US" dirty="0"/>
              <a:t> </a:t>
            </a:r>
            <a:r>
              <a:rPr lang="en-US" altLang="zh-CN" dirty="0"/>
              <a:t>program</a:t>
            </a:r>
            <a:r>
              <a:rPr lang="zh-CN" altLang="en-US" dirty="0"/>
              <a:t> </a:t>
            </a:r>
            <a:r>
              <a:rPr lang="en-US" altLang="zh-CN" dirty="0"/>
              <a:t>into</a:t>
            </a:r>
            <a:r>
              <a:rPr lang="zh-CN" altLang="en-US" dirty="0"/>
              <a:t> </a:t>
            </a:r>
            <a:r>
              <a:rPr lang="en-US" altLang="zh-CN" dirty="0"/>
              <a:t>the</a:t>
            </a:r>
            <a:r>
              <a:rPr lang="zh-CN" altLang="en-US" dirty="0"/>
              <a:t> </a:t>
            </a:r>
            <a:r>
              <a:rPr lang="en-US" altLang="zh-CN" dirty="0"/>
              <a:t>current</a:t>
            </a:r>
            <a:r>
              <a:rPr lang="zh-CN" altLang="en-US" dirty="0"/>
              <a:t> </a:t>
            </a:r>
            <a:r>
              <a:rPr lang="en-US" altLang="zh-CN" dirty="0"/>
              <a:t>process</a:t>
            </a:r>
            <a:r>
              <a:rPr lang="zh-CN" altLang="en-US" dirty="0"/>
              <a:t> </a:t>
            </a:r>
            <a:endParaRPr lang="en-US" altLang="zh-CN" dirty="0"/>
          </a:p>
          <a:p>
            <a:pPr lvl="1"/>
            <a:r>
              <a:rPr lang="en-US" altLang="zh-CN" b="1" dirty="0">
                <a:solidFill>
                  <a:srgbClr val="0070C0"/>
                </a:solidFill>
              </a:rPr>
              <a:t>exec(</a:t>
            </a:r>
            <a:r>
              <a:rPr lang="en-US" altLang="zh-CN" b="1" dirty="0" err="1">
                <a:solidFill>
                  <a:srgbClr val="0070C0"/>
                </a:solidFill>
              </a:rPr>
              <a:t>cmd</a:t>
            </a:r>
            <a:r>
              <a:rPr lang="en-US" altLang="zh-CN" b="1" dirty="0">
                <a:solidFill>
                  <a:srgbClr val="0070C0"/>
                </a:solidFill>
              </a:rPr>
              <a:t>,</a:t>
            </a:r>
            <a:r>
              <a:rPr lang="zh-CN" altLang="en-US" b="1" dirty="0">
                <a:solidFill>
                  <a:srgbClr val="0070C0"/>
                </a:solidFill>
              </a:rPr>
              <a:t> </a:t>
            </a:r>
            <a:r>
              <a:rPr lang="en-US" altLang="zh-CN" b="1" dirty="0" err="1">
                <a:solidFill>
                  <a:srgbClr val="0070C0"/>
                </a:solidFill>
              </a:rPr>
              <a:t>argv</a:t>
            </a:r>
            <a:r>
              <a:rPr lang="en-US" altLang="zh-CN" b="1" dirty="0">
                <a:solidFill>
                  <a:srgbClr val="0070C0"/>
                </a:solidFill>
              </a:rPr>
              <a:t>)</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3</a:t>
            </a:fld>
            <a:endParaRPr kumimoji="1" lang="zh-CN" altLang="en-US"/>
          </a:p>
        </p:txBody>
      </p:sp>
    </p:spTree>
    <p:extLst>
      <p:ext uri="{BB962C8B-B14F-4D97-AF65-F5344CB8AC3E}">
        <p14:creationId xmlns:p14="http://schemas.microsoft.com/office/powerpoint/2010/main" val="10939024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It will reap any terminated child arbitrarily (preventing it from becoming a zombie process).</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4</a:t>
            </a:fld>
            <a:endParaRPr kumimoji="1" lang="zh-CN" altLang="en-US"/>
          </a:p>
        </p:txBody>
      </p:sp>
    </p:spTree>
    <p:extLst>
      <p:ext uri="{BB962C8B-B14F-4D97-AF65-F5344CB8AC3E}">
        <p14:creationId xmlns:p14="http://schemas.microsoft.com/office/powerpoint/2010/main" val="2106257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27028FD9-058F-BDD1-6BD5-1E4B8A4A6608}"/>
              </a:ext>
            </a:extLst>
          </p:cNvPr>
          <p:cNvSpPr>
            <a:spLocks noGrp="1" noChangeArrowheads="1"/>
          </p:cNvSpPr>
          <p:nvPr>
            <p:ph type="sldNum" sz="quarter" idx="5"/>
          </p:nvPr>
        </p:nvSpPr>
        <p:spPr>
          <a:ln/>
        </p:spPr>
        <p:txBody>
          <a:bodyPr/>
          <a:lstStyle/>
          <a:p>
            <a:fld id="{455597D6-1F05-4C7A-8DB6-1E85A6AD5CFF}" type="slidenum">
              <a:rPr lang="en-US" altLang="en-SE"/>
              <a:pPr/>
              <a:t>5</a:t>
            </a:fld>
            <a:endParaRPr lang="en-US" altLang="en-SE"/>
          </a:p>
        </p:txBody>
      </p:sp>
      <p:sp>
        <p:nvSpPr>
          <p:cNvPr id="167938" name="Rectangle 2">
            <a:extLst>
              <a:ext uri="{FF2B5EF4-FFF2-40B4-BE49-F238E27FC236}">
                <a16:creationId xmlns:a16="http://schemas.microsoft.com/office/drawing/2014/main" id="{B84D0CE9-F149-0F17-D51C-77D78159119B}"/>
              </a:ext>
            </a:extLst>
          </p:cNvPr>
          <p:cNvSpPr>
            <a:spLocks noGrp="1" noRot="1" noChangeAspect="1" noChangeArrowheads="1" noTextEdit="1"/>
          </p:cNvSpPr>
          <p:nvPr>
            <p:ph type="sldImg"/>
          </p:nvPr>
        </p:nvSpPr>
        <p:spPr>
          <a:ln/>
        </p:spPr>
      </p:sp>
      <p:sp>
        <p:nvSpPr>
          <p:cNvPr id="167939" name="Rectangle 3">
            <a:extLst>
              <a:ext uri="{FF2B5EF4-FFF2-40B4-BE49-F238E27FC236}">
                <a16:creationId xmlns:a16="http://schemas.microsoft.com/office/drawing/2014/main" id="{74DEC958-7DB4-C933-202B-263D0D50B1B8}"/>
              </a:ext>
            </a:extLst>
          </p:cNvPr>
          <p:cNvSpPr>
            <a:spLocks noGrp="1" noChangeArrowheads="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b="1" i="0" dirty="0">
                <a:solidFill>
                  <a:srgbClr val="0F0F0F"/>
                </a:solidFill>
                <a:effectLst/>
                <a:latin typeface="Roboto" panose="02000000000000000000" pitchFamily="2" charset="0"/>
              </a:rPr>
              <a:t>What is Thread Synchronization?</a:t>
            </a:r>
          </a:p>
          <a:p>
            <a:r>
              <a:rPr lang="en-GB" altLang="en-SE" dirty="0"/>
              <a:t>https://www.youtube.com/watch?v=8_CRd1R5g98</a:t>
            </a:r>
          </a:p>
          <a:p>
            <a:endParaRPr lang="en-GB" altLang="en-SE" dirty="0"/>
          </a:p>
          <a:p>
            <a:endParaRPr lang="en-US" altLang="en-SE" dirty="0"/>
          </a:p>
          <a:p>
            <a:pPr lvl="1"/>
            <a:r>
              <a:rPr lang="en-US" altLang="en-SE" dirty="0"/>
              <a:t>fast</a:t>
            </a:r>
          </a:p>
          <a:p>
            <a:pPr lvl="1"/>
            <a:r>
              <a:rPr lang="en-US" altLang="en-SE" dirty="0"/>
              <a:t>great for common-case operations</a:t>
            </a:r>
          </a:p>
          <a:p>
            <a:pPr lvl="2"/>
            <a:r>
              <a:rPr lang="en-US" altLang="en-SE" dirty="0"/>
              <a:t>creation, synchronization, destruction</a:t>
            </a:r>
          </a:p>
          <a:p>
            <a:pPr lvl="1"/>
            <a:r>
              <a:rPr lang="en-US" altLang="en-SE" dirty="0"/>
              <a:t>can suffer in uncommon cases due to kernel obliviousness</a:t>
            </a:r>
          </a:p>
          <a:p>
            <a:pPr lvl="2"/>
            <a:r>
              <a:rPr lang="en-US" altLang="en-SE" dirty="0"/>
              <a:t>I/O</a:t>
            </a:r>
          </a:p>
          <a:p>
            <a:pPr lvl="2"/>
            <a:r>
              <a:rPr lang="en-US" altLang="en-SE" dirty="0"/>
              <a:t>preemption of a lock-holder</a:t>
            </a:r>
          </a:p>
          <a:p>
            <a:endParaRPr lang="en-SE" altLang="en-SE"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a:t/>
            </a:r>
          </a:p>
          <a:p>
            <a:r>
              <a:rPr lang="en-GB" dirty="0" err="1">
                <a:solidFill>
                  <a:srgbClr val="C5C8C6"/>
                </a:solidFill>
                <a:effectLst/>
                <a:latin typeface="inherit"/>
              </a:rPr>
              <a:t>sem_trywait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Think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
            </a:r>
            <a:r>
              <a:rPr lang="en-US" altLang="ko-KR" dirty="0" err="1">
                <a:ea typeface="굴림" panose="020B0600000101010101" pitchFamily="34" charset="-127"/>
              </a:rPr>
              <a:t>Technically,</a:t>
            </a:r>
            <a:r>
              <a:rPr lang="en-US" altLang="ko-KR" dirty="0">
                <a:ea typeface="굴림" panose="020B0600000101010101" pitchFamily="34" charset="-127"/>
              </a:rPr>
              <a:t> examining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Tx/>
              <a:buAutoNum type="arabicPeriod"/>
            </a:pPr>
            <a:endParaRPr lang="en-US" dirty="0"/>
          </a:p>
          <a:p>
            <a:pPr>
              <a:buFontTx/>
              <a:buAutoNum type="arabicPeriod"/>
            </a:pPr>
            <a:r>
              <a:rPr lang="en-US" dirty="0"/>
              <a:t>Look for an unmarked process, </a:t>
            </a:r>
            <a:r>
              <a:rPr lang="en-US" i="1" dirty="0"/>
              <a:t>P</a:t>
            </a:r>
            <a:r>
              <a:rPr lang="en-US" i="1" baseline="-25000" dirty="0"/>
              <a:t>i</a:t>
            </a:r>
            <a:r>
              <a:rPr lang="en-US" dirty="0"/>
              <a:t> , for which the i-</a:t>
            </a:r>
            <a:r>
              <a:rPr lang="en-US" dirty="0" err="1"/>
              <a:t>th</a:t>
            </a:r>
            <a:r>
              <a:rPr lang="en-US" dirty="0"/>
              <a:t> row of </a:t>
            </a:r>
            <a:r>
              <a:rPr lang="en-US" i="1" dirty="0"/>
              <a:t>R</a:t>
            </a:r>
            <a:r>
              <a:rPr lang="en-US" dirty="0"/>
              <a:t> is less than or equal to </a:t>
            </a:r>
            <a:r>
              <a:rPr lang="en-US" i="1" dirty="0"/>
              <a:t>A</a:t>
            </a:r>
            <a:r>
              <a:rPr lang="en-US" dirty="0"/>
              <a:t>.</a:t>
            </a:r>
          </a:p>
          <a:p>
            <a:pPr>
              <a:buFontTx/>
              <a:buAutoNum type="arabicPeriod"/>
            </a:pPr>
            <a:r>
              <a:rPr lang="en-US" dirty="0"/>
              <a:t>If such a process is found, add the </a:t>
            </a:r>
            <a:r>
              <a:rPr lang="en-US" i="1" dirty="0"/>
              <a:t>i-</a:t>
            </a:r>
            <a:r>
              <a:rPr lang="en-US" i="1" dirty="0" err="1"/>
              <a:t>th</a:t>
            </a:r>
            <a:r>
              <a:rPr lang="en-US" dirty="0"/>
              <a:t> row of </a:t>
            </a:r>
            <a:r>
              <a:rPr lang="en-US" i="1" dirty="0"/>
              <a:t>C</a:t>
            </a:r>
            <a:r>
              <a:rPr lang="en-US" dirty="0"/>
              <a:t> to </a:t>
            </a:r>
            <a:r>
              <a:rPr lang="en-US" i="1" dirty="0"/>
              <a:t>A</a:t>
            </a:r>
            <a:r>
              <a:rPr lang="en-US" dirty="0"/>
              <a:t>, mark the process as completed, and go back to step 1.</a:t>
            </a:r>
          </a:p>
          <a:p>
            <a:pPr>
              <a:buFontTx/>
              <a:buAutoNum type="arabicPeriod"/>
            </a:pPr>
            <a:r>
              <a:rPr lang="en-US" dirty="0"/>
              <a:t>If no such process exists, the algorithm terminates.</a:t>
            </a:r>
          </a:p>
          <a:p>
            <a:pPr>
              <a:buFontTx/>
              <a:buAutoNum type="arabicPeriod"/>
            </a:pPr>
            <a:endParaRPr lang="en-US" dirty="0"/>
          </a:p>
          <a:p>
            <a:pPr>
              <a:buFontTx/>
              <a:buAutoNum type="arabicPeriod"/>
            </a:pPr>
            <a:r>
              <a:rPr lang="en-US" altLang="zh-CN" dirty="0">
                <a:ea typeface="宋体" charset="-122"/>
              </a:rPr>
              <a:t> If </a:t>
            </a:r>
            <a:r>
              <a:rPr lang="en-US" altLang="zh-CN" i="1" dirty="0">
                <a:ea typeface="宋体" charset="-122"/>
              </a:rPr>
              <a:t>(</a:t>
            </a:r>
            <a:r>
              <a:rPr lang="en-US" altLang="zh-CN" i="1" dirty="0" err="1">
                <a:ea typeface="宋体" charset="-122"/>
              </a:rPr>
              <a:t>R</a:t>
            </a:r>
            <a:r>
              <a:rPr lang="en-US" altLang="zh-CN" i="1" baseline="-25000" dirty="0" err="1">
                <a:ea typeface="宋体" charset="-122"/>
              </a:rPr>
              <a:t>Lk</a:t>
            </a:r>
            <a:r>
              <a:rPr lang="en-US" altLang="zh-CN" i="1" baseline="-25000" dirty="0">
                <a:ea typeface="宋体" charset="-122"/>
              </a:rPr>
              <a:t> </a:t>
            </a:r>
            <a:r>
              <a:rPr lang="en-US" altLang="zh-CN" i="1" dirty="0">
                <a:ea typeface="宋体" charset="-122"/>
              </a:rPr>
              <a:t>–</a:t>
            </a:r>
            <a:r>
              <a:rPr lang="en-US" altLang="zh-CN" i="1" dirty="0" err="1">
                <a:ea typeface="宋体" charset="-122"/>
              </a:rPr>
              <a:t>C</a:t>
            </a:r>
            <a:r>
              <a:rPr lang="en-US" altLang="zh-CN" i="1" baseline="-25000" dirty="0" err="1">
                <a:ea typeface="宋体" charset="-122"/>
              </a:rPr>
              <a:t>Lk</a:t>
            </a:r>
            <a:r>
              <a:rPr lang="en-US" altLang="zh-CN" i="1" dirty="0">
                <a:ea typeface="宋体" charset="-122"/>
              </a:rPr>
              <a:t>) ≤ A</a:t>
            </a:r>
            <a:r>
              <a:rPr lang="en-US" altLang="zh-CN" i="1" baseline="-25000" dirty="0">
                <a:ea typeface="宋体" charset="-122"/>
              </a:rPr>
              <a:t>k</a:t>
            </a:r>
            <a:r>
              <a:rPr lang="en-US" altLang="zh-CN" baseline="-25000" dirty="0">
                <a:ea typeface="宋体" charset="-122"/>
              </a:rPr>
              <a:t>   </a:t>
            </a:r>
            <a:r>
              <a:rPr lang="en-US" altLang="zh-CN" dirty="0">
                <a:ea typeface="宋体" charset="-122"/>
              </a:rPr>
              <a:t>for all </a:t>
            </a:r>
            <a:r>
              <a:rPr lang="en-US" altLang="zh-CN" i="1" dirty="0">
                <a:ea typeface="宋体" charset="-122"/>
              </a:rPr>
              <a:t>k)</a:t>
            </a:r>
            <a:endParaRPr lang="en-US" dirty="0"/>
          </a:p>
          <a:p>
            <a:endParaRPr lang="en-US" dirty="0"/>
          </a:p>
          <a:p>
            <a:pPr>
              <a:buFontTx/>
              <a:buAutoNum type="arabicPeriod"/>
            </a:pPr>
            <a:endParaRPr lang="en-US" dirty="0"/>
          </a:p>
          <a:p>
            <a:pPr>
              <a:buFontTx/>
              <a:buAutoNum type="arabicPeriod"/>
            </a:pP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0D8AF720-472F-4B50-80B7-CC002CB185FA}" type="slidenum">
              <a:rPr kumimoji="0" lang="en-US" altLang="zh-CN" sz="1200" b="0" i="0" u="none" strike="noStrike" kern="1200" cap="none" spc="0" normalizeH="0" baseline="0" noProof="0" smtClean="0">
                <a:ln>
                  <a:noFill/>
                </a:ln>
                <a:solidFill>
                  <a:srgbClr val="000000"/>
                </a:solidFill>
                <a:effectLst/>
                <a:uLnTx/>
                <a:uFillTx/>
                <a:latin typeface="Arial"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11</a:t>
            </a:fld>
            <a:endParaRPr kumimoji="0" lang="en-US" altLang="zh-CN" sz="1200" b="0" i="0" u="none" strike="noStrike" kern="1200" cap="none" spc="0" normalizeH="0" baseline="0" noProof="0">
              <a:ln>
                <a:noFill/>
              </a:ln>
              <a:solidFill>
                <a:srgbClr val="000000"/>
              </a:solidFill>
              <a:effectLst/>
              <a:uLnTx/>
              <a:uFillTx/>
              <a:latin typeface="Arial" charset="0"/>
              <a:ea typeface="宋体" panose="02010600030101010101" pitchFamily="2" charset="-122"/>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r>
              <a:rPr lang="en-US" altLang="ko-KR" dirty="0">
                <a:sym typeface="Symbol" panose="05050102010706020507" pitchFamily="18" charset="2"/>
              </a:rPr>
              <a:t>CPU scheduling, in virtual memory, in file systems, </a:t>
            </a:r>
            <a:r>
              <a:rPr lang="en-US" altLang="ko-KR" dirty="0" err="1">
                <a:sym typeface="Symbol" panose="05050102010706020507" pitchFamily="18" charset="2"/>
              </a:rPr>
              <a:t>etc</a:t>
            </a:r>
            <a:endParaRPr lang="en-US" altLang="ko-KR" dirty="0">
              <a:sym typeface="Symbol" panose="05050102010706020507" pitchFamily="18" charset="2"/>
            </a:endParaRPr>
          </a:p>
          <a:p>
            <a:endParaRPr lang="en-US" altLang="ko-KR" dirty="0">
              <a:ea typeface="굴림" panose="020B0600000101010101" pitchFamily="34" charset="-127"/>
              <a:sym typeface="Symbol" panose="05050102010706020507" pitchFamily="18" charset="2"/>
            </a:endParaRPr>
          </a:p>
          <a:p>
            <a:r>
              <a:rPr lang="en-US" altLang="ko-KR" dirty="0"/>
              <a:t>Let 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be previous CPU burst lengths. We need to estimate/predict next burst length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 f(</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 based on previous burst lengths. </a:t>
            </a:r>
          </a:p>
          <a:p>
            <a:r>
              <a:rPr lang="en-US" altLang="ko-KR" dirty="0"/>
              <a:t>Function f may be one of many different time series estimators</a:t>
            </a:r>
            <a:br>
              <a:rPr lang="en-US" altLang="ko-KR" dirty="0"/>
            </a:br>
            <a:r>
              <a:rPr lang="en-US" altLang="ko-KR" dirty="0"/>
              <a:t>(Kalman filters, </a:t>
            </a:r>
            <a:r>
              <a:rPr lang="en-US" altLang="ko-KR" dirty="0" err="1"/>
              <a:t>etc</a:t>
            </a:r>
            <a:r>
              <a:rPr lang="en-US" altLang="ko-KR" dirty="0"/>
              <a:t>)</a:t>
            </a:r>
            <a:endParaRPr lang="en-US" altLang="ko-KR" baseline="-25000" dirty="0">
              <a:sym typeface="Symbol" panose="05050102010706020507" pitchFamily="18" charset="2"/>
            </a:endParaRPr>
          </a:p>
          <a:p>
            <a:endParaRPr lang="en-US" altLang="ko-KR" baseline="-25000" dirty="0">
              <a:sym typeface="Symbol" panose="05050102010706020507" pitchFamily="18" charset="2"/>
            </a:endParaRPr>
          </a:p>
          <a:p>
            <a:r>
              <a:rPr lang="en-US" altLang="ko-KR" dirty="0">
                <a:sym typeface="Symbol" panose="05050102010706020507" pitchFamily="18" charset="2"/>
              </a:rPr>
              <a:t>where</a:t>
            </a:r>
            <a:r>
              <a:rPr lang="en-US" altLang="ko-KR" baseline="-25000" dirty="0">
                <a:sym typeface="Symbol" panose="05050102010706020507" pitchFamily="18" charset="2"/>
              </a:rPr>
              <a:t> </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are previous CPU burst lengths, and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is the predicted next </a:t>
            </a:r>
            <a:r>
              <a:rPr lang="en-US" altLang="ko-KR" dirty="0"/>
              <a:t>CPU burst length. </a:t>
            </a:r>
          </a:p>
          <a:p>
            <a:pPr lvl="1">
              <a:spcBef>
                <a:spcPts val="300"/>
              </a:spcBef>
              <a:spcAft>
                <a:spcPts val="300"/>
              </a:spcAft>
              <a:buFont typeface="Arial" panose="020B0604020202020204" pitchFamily="34" charset="0"/>
              <a:buChar char="•"/>
            </a:pPr>
            <a:r>
              <a:rPr lang="en-US" altLang="ko-KR" dirty="0" err="1">
                <a:sym typeface="Symbol" panose="05050102010706020507" pitchFamily="18" charset="2"/>
              </a:rPr>
              <a:t>t</a:t>
            </a:r>
            <a:r>
              <a:rPr lang="en-US" altLang="ko-KR" baseline="-25000" dirty="0" err="1">
                <a:sym typeface="Symbol" panose="05050102010706020507" pitchFamily="18" charset="2"/>
              </a:rPr>
              <a:t>i</a:t>
            </a:r>
            <a:r>
              <a:rPr lang="en-GB" dirty="0"/>
              <a:t> = actual burst time of process P</a:t>
            </a:r>
            <a:r>
              <a:rPr lang="en-GB" baseline="-25000" dirty="0"/>
              <a:t>i</a:t>
            </a:r>
            <a:r>
              <a:rPr lang="en-GB" dirty="0"/>
              <a:t>, </a:t>
            </a:r>
            <a:r>
              <a:rPr lang="en-GB" dirty="0" err="1"/>
              <a:t>i</a:t>
            </a:r>
            <a:r>
              <a:rPr lang="en-GB" dirty="0"/>
              <a:t> = n, n-1, n-2, …</a:t>
            </a:r>
          </a:p>
          <a:p>
            <a:pPr lvl="1">
              <a:spcBef>
                <a:spcPts val="300"/>
              </a:spcBef>
              <a:spcAft>
                <a:spcPts val="300"/>
              </a:spcAft>
              <a:buFont typeface="Arial" panose="020B0604020202020204" pitchFamily="34" charset="0"/>
              <a:buChar char="•"/>
            </a:pPr>
            <a:r>
              <a:rPr lang="en-US" altLang="ko-KR" dirty="0">
                <a:sym typeface="Symbol" panose="05050102010706020507" pitchFamily="18" charset="2"/>
              </a:rPr>
              <a:t></a:t>
            </a:r>
            <a:r>
              <a:rPr lang="en-US" altLang="ko-KR" baseline="-25000" dirty="0">
                <a:sym typeface="Symbol" panose="05050102010706020507" pitchFamily="18" charset="2"/>
              </a:rPr>
              <a:t>n </a:t>
            </a:r>
            <a:r>
              <a:rPr lang="en-GB" dirty="0"/>
              <a:t> = predicted burst time for process </a:t>
            </a:r>
            <a:r>
              <a:rPr lang="en-GB" dirty="0" err="1"/>
              <a:t>P</a:t>
            </a:r>
            <a:r>
              <a:rPr lang="en-GB" baseline="-25000" dirty="0" err="1"/>
              <a:t>n</a:t>
            </a:r>
            <a:endParaRPr lang="en-GB" baseline="-25000" dirty="0"/>
          </a:p>
          <a:p>
            <a:pPr lvl="1">
              <a:spcBef>
                <a:spcPts val="300"/>
              </a:spcBef>
              <a:spcAft>
                <a:spcPts val="300"/>
              </a:spcAft>
              <a:buFont typeface="Arial" panose="020B0604020202020204" pitchFamily="34" charset="0"/>
              <a:buChar char="•"/>
            </a:pPr>
            <a:r>
              <a:rPr lang="en-GB" dirty="0"/>
              <a:t>α is the smoothing factor (0 &lt;= α &lt;=1)</a:t>
            </a:r>
          </a:p>
          <a:p>
            <a:pPr lvl="1"/>
            <a:endParaRPr lang="en-US" altLang="ko-KR" dirty="0"/>
          </a:p>
          <a:p>
            <a:pPr lvl="1"/>
            <a:endParaRPr lang="en-US" altLang="ko-KR" dirty="0"/>
          </a:p>
          <a:p>
            <a:pPr lvl="1"/>
            <a:endParaRPr lang="en-US" altLang="ko-KR" dirty="0"/>
          </a:p>
          <a:p>
            <a:pPr lvl="1"/>
            <a:endParaRPr lang="en-US" altLang="ko-KR" dirty="0"/>
          </a:p>
          <a:p>
            <a:pPr lvl="1"/>
            <a:r>
              <a:rPr lang="en-US" altLang="ko-KR" dirty="0"/>
              <a:t>For instance, 	</a:t>
            </a:r>
            <a:r>
              <a:rPr lang="en-US" altLang="ko-KR" sz="1200" dirty="0">
                <a:solidFill>
                  <a:srgbClr val="FF0000"/>
                </a:solidFill>
              </a:rPr>
              <a:t>exponential averaging</a:t>
            </a:r>
            <a:br>
              <a:rPr lang="en-US" altLang="ko-KR" sz="1200" dirty="0">
                <a:solidFill>
                  <a:srgbClr val="FF0000"/>
                </a:solidFill>
              </a:rPr>
            </a:br>
            <a:r>
              <a:rPr lang="en-US" altLang="ko-KR" sz="1200" dirty="0">
                <a:solidFill>
                  <a:srgbClr val="FF0000"/>
                </a:solidFill>
              </a:rPr>
              <a:t>			</a:t>
            </a:r>
            <a:r>
              <a:rPr lang="en-US" altLang="ko-KR" sz="1200" dirty="0">
                <a:solidFill>
                  <a:srgbClr val="FF0000"/>
                </a:solidFill>
                <a:sym typeface="Symbol" panose="05050102010706020507" pitchFamily="18" charset="2"/>
              </a:rPr>
              <a:t></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 t</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+(1-)</a:t>
            </a:r>
            <a:r>
              <a:rPr lang="en-US" altLang="ko-KR" sz="1200" baseline="-25000" dirty="0">
                <a:solidFill>
                  <a:srgbClr val="FF0000"/>
                </a:solidFill>
                <a:sym typeface="Symbol" panose="05050102010706020507" pitchFamily="18" charset="2"/>
              </a:rPr>
              <a:t>n-1</a:t>
            </a:r>
            <a:br>
              <a:rPr lang="en-US" altLang="ko-KR" sz="1200" dirty="0">
                <a:solidFill>
                  <a:srgbClr val="FF0000"/>
                </a:solidFill>
                <a:sym typeface="Symbol" panose="05050102010706020507" pitchFamily="18" charset="2"/>
              </a:rPr>
            </a:br>
            <a:r>
              <a:rPr lang="en-US" altLang="ko-KR" sz="1200" dirty="0">
                <a:solidFill>
                  <a:srgbClr val="FF0000"/>
                </a:solidFill>
                <a:sym typeface="Symbol" panose="05050102010706020507" pitchFamily="18" charset="2"/>
              </a:rPr>
              <a:t>			with (0&lt;1)</a:t>
            </a:r>
          </a:p>
          <a:p>
            <a:pPr marL="457200" lvl="1" indent="0">
              <a:buNone/>
            </a:pPr>
            <a:r>
              <a:rPr lang="en-US" altLang="ko-KR" sz="1200" dirty="0">
                <a:solidFill>
                  <a:srgbClr val="FF0000"/>
                </a:solidFill>
                <a:sym typeface="Symbol" panose="05050102010706020507" pitchFamily="18" charset="2"/>
              </a:rPr>
              <a:t>			 large: fast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 </a:t>
            </a:r>
          </a:p>
          <a:p>
            <a:pPr marL="457200" lvl="1" indent="0">
              <a:buNone/>
            </a:pPr>
            <a:r>
              <a:rPr lang="en-US" altLang="ko-KR" sz="1200" dirty="0">
                <a:solidFill>
                  <a:srgbClr val="FF0000"/>
                </a:solidFill>
                <a:sym typeface="Symbol" panose="05050102010706020507" pitchFamily="18" charset="2"/>
              </a:rPr>
              <a:t>			new input.</a:t>
            </a:r>
          </a:p>
          <a:p>
            <a:pPr marL="457200" lvl="1" indent="0">
              <a:buNone/>
            </a:pPr>
            <a:r>
              <a:rPr lang="en-US" altLang="ko-KR" sz="1200" dirty="0">
                <a:solidFill>
                  <a:srgbClr val="FF0000"/>
                </a:solidFill>
                <a:sym typeface="Symbol" panose="05050102010706020507" pitchFamily="18" charset="2"/>
              </a:rPr>
              <a:t>			 small: slow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a:t>
            </a:r>
          </a:p>
          <a:p>
            <a:pPr marL="457200" lvl="1" indent="0">
              <a:buNone/>
            </a:pPr>
            <a:r>
              <a:rPr lang="en-US" altLang="ko-KR" sz="1200" dirty="0">
                <a:solidFill>
                  <a:srgbClr val="FF0000"/>
                </a:solidFill>
                <a:sym typeface="Symbol" panose="05050102010706020507" pitchFamily="18" charset="2"/>
              </a:rPr>
              <a:t>			new input.</a:t>
            </a:r>
            <a:endParaRPr lang="en-US" altLang="ko-KR" dirty="0">
              <a:sym typeface="Symbol" panose="05050102010706020507" pitchFamily="18" charset="2"/>
            </a:endParaRPr>
          </a:p>
          <a:p>
            <a:endParaRPr lang="ko-KR" altLang="en-US" dirty="0">
              <a:ea typeface="굴림" panose="020B0600000101010101" pitchFamily="34" charset="-127"/>
            </a:endParaRPr>
          </a:p>
        </p:txBody>
      </p:sp>
    </p:spTree>
    <p:extLst>
      <p:ext uri="{BB962C8B-B14F-4D97-AF65-F5344CB8AC3E}">
        <p14:creationId xmlns:p14="http://schemas.microsoft.com/office/powerpoint/2010/main" val="27955538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34613170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32D6-B9B2-EA5C-4660-E0684F428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E288-B8E1-BE69-60F0-BB2E0415D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6AA7E6-769D-C96B-46B4-2BAF767237B8}"/>
              </a:ext>
            </a:extLst>
          </p:cNvPr>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1865211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dirty="0"/>
              <a:t>Many textbooks use the “old model”—one thread per job</a:t>
            </a:r>
          </a:p>
          <a:p>
            <a:r>
              <a:rPr lang="en-US" dirty="0"/>
              <a:t>Usually it's really: </a:t>
            </a:r>
            <a:r>
              <a:rPr lang="en-US" b="1" dirty="0"/>
              <a:t>threads</a:t>
            </a:r>
            <a:r>
              <a:rPr lang="en-US" dirty="0"/>
              <a:t> (e.g., in Linux)</a:t>
            </a:r>
          </a:p>
          <a:p>
            <a:endParaRPr lang="en-US" dirty="0"/>
          </a:p>
          <a:p>
            <a:r>
              <a:rPr lang="en-US" dirty="0"/>
              <a:t>One point to notice: switching threads vs. switching jobs incurs different costs:</a:t>
            </a:r>
          </a:p>
          <a:p>
            <a:pPr lvl="1"/>
            <a:r>
              <a:rPr lang="en-US" dirty="0"/>
              <a:t>Switch threads: Save/restore registers</a:t>
            </a:r>
          </a:p>
          <a:p>
            <a:pPr lvl="1"/>
            <a:r>
              <a:rPr lang="en-US" dirty="0"/>
              <a:t>Switch jobs: Change active address space too!</a:t>
            </a:r>
          </a:p>
          <a:p>
            <a:pPr lvl="2"/>
            <a:r>
              <a:rPr lang="en-US" dirty="0"/>
              <a:t>Expensive</a:t>
            </a:r>
          </a:p>
          <a:p>
            <a:pPr lvl="2"/>
            <a:r>
              <a:rPr lang="en-US" dirty="0"/>
              <a:t>Disrupts caching</a:t>
            </a:r>
          </a:p>
          <a:p>
            <a:pPr>
              <a:lnSpc>
                <a:spcPct val="80000"/>
              </a:lnSpc>
            </a:pPr>
            <a:r>
              <a:rPr lang="en-US" dirty="0"/>
              <a:t>Scheduling: selecting a waiting process from the ready queue and allocating the CPU to it</a:t>
            </a:r>
          </a:p>
          <a:p>
            <a:pPr>
              <a:lnSpc>
                <a:spcPct val="80000"/>
              </a:lnSpc>
            </a:pPr>
            <a:r>
              <a:rPr lang="en-US" dirty="0"/>
              <a:t>FCFS Scheduling:</a:t>
            </a:r>
          </a:p>
          <a:p>
            <a:pPr lvl="1">
              <a:lnSpc>
                <a:spcPct val="80000"/>
              </a:lnSpc>
            </a:pPr>
            <a:r>
              <a:rPr lang="en-US" dirty="0"/>
              <a:t>Pros: Simple</a:t>
            </a:r>
          </a:p>
          <a:p>
            <a:pPr lvl="1">
              <a:lnSpc>
                <a:spcPct val="80000"/>
              </a:lnSpc>
            </a:pPr>
            <a:r>
              <a:rPr lang="en-US" dirty="0"/>
              <a:t>Cons: Short jobs can get stuck behind long ones</a:t>
            </a:r>
          </a:p>
          <a:p>
            <a:pPr>
              <a:lnSpc>
                <a:spcPct val="80000"/>
              </a:lnSpc>
            </a:pPr>
            <a:r>
              <a:rPr lang="en-US" dirty="0"/>
              <a:t>Round-Robin Scheduling: </a:t>
            </a:r>
          </a:p>
          <a:p>
            <a:pPr lvl="1">
              <a:lnSpc>
                <a:spcPct val="80000"/>
              </a:lnSpc>
            </a:pPr>
            <a:r>
              <a:rPr lang="en-US" dirty="0"/>
              <a:t>Pros: Better for short jobs </a:t>
            </a:r>
          </a:p>
          <a:p>
            <a:pPr lvl="1">
              <a:lnSpc>
                <a:spcPct val="80000"/>
              </a:lnSpc>
            </a:pPr>
            <a:r>
              <a:rPr lang="en-US" dirty="0"/>
              <a:t>Cons: Poor performance when jobs have same length </a:t>
            </a:r>
          </a:p>
          <a:p>
            <a:pPr lvl="1">
              <a:lnSpc>
                <a:spcPct val="80000"/>
              </a:lnSpc>
            </a:pPr>
            <a:endParaRPr lang="en-US" dirty="0"/>
          </a:p>
          <a:p>
            <a:pPr lvl="1">
              <a:lnSpc>
                <a:spcPct val="80000"/>
              </a:lnSpc>
            </a:pPr>
            <a:r>
              <a:rPr lang="en-GB" altLang="ko-KR" dirty="0">
                <a:ea typeface="굴림" panose="020B0600000101010101" pitchFamily="34" charset="-127"/>
              </a:rPr>
              <a:t>Pros: Simple</a:t>
            </a:r>
            <a:endParaRPr lang="en-US" dirty="0"/>
          </a:p>
          <a:p>
            <a:pPr lvl="1">
              <a:lnSpc>
                <a:spcPct val="80000"/>
              </a:lnSpc>
            </a:pPr>
            <a:endParaRPr lang="en-US" dirty="0"/>
          </a:p>
          <a:p>
            <a:endParaRPr lang="en-US" dirty="0"/>
          </a:p>
          <a:p>
            <a:endParaRPr lang="en-GB" altLang="ko-KR" dirty="0">
              <a:ea typeface="굴림" panose="020B0600000101010101" pitchFamily="34" charset="-127"/>
            </a:endParaRPr>
          </a:p>
          <a:p>
            <a:endParaRPr lang="en-GB" altLang="ko-KR" dirty="0">
              <a:ea typeface="굴림" panose="020B0600000101010101" pitchFamily="34" charset="-127"/>
            </a:endParaRPr>
          </a:p>
          <a:p>
            <a:pPr>
              <a:lnSpc>
                <a:spcPct val="85000"/>
              </a:lnSpc>
            </a:pPr>
            <a:r>
              <a:rPr lang="en-US" dirty="0"/>
              <a:t>Shortest Job First (SJF) and Shortest Remaining Time First (SRTF)</a:t>
            </a:r>
          </a:p>
          <a:p>
            <a:pPr lvl="1">
              <a:lnSpc>
                <a:spcPct val="85000"/>
              </a:lnSpc>
            </a:pPr>
            <a:r>
              <a:rPr lang="en-US" dirty="0"/>
              <a:t>Run the job with least amount of computation to do/least remaining amount of computation to do</a:t>
            </a:r>
          </a:p>
          <a:p>
            <a:pPr lvl="1">
              <a:lnSpc>
                <a:spcPct val="80000"/>
              </a:lnSpc>
            </a:pPr>
            <a:r>
              <a:rPr lang="en-US" dirty="0"/>
              <a:t>Pros: Optimal (average response time) </a:t>
            </a:r>
          </a:p>
          <a:p>
            <a:pPr lvl="1">
              <a:lnSpc>
                <a:spcPct val="80000"/>
              </a:lnSpc>
            </a:pPr>
            <a:r>
              <a:rPr lang="en-US" dirty="0"/>
              <a:t>Cons: Hard to predict future, Unfair</a:t>
            </a:r>
          </a:p>
          <a:p>
            <a:pPr>
              <a:lnSpc>
                <a:spcPct val="80000"/>
              </a:lnSpc>
            </a:pPr>
            <a:r>
              <a:rPr lang="en-US" dirty="0"/>
              <a:t>Priority-Based Scheduling</a:t>
            </a:r>
          </a:p>
          <a:p>
            <a:pPr lvl="1">
              <a:lnSpc>
                <a:spcPct val="80000"/>
              </a:lnSpc>
            </a:pPr>
            <a:r>
              <a:rPr lang="en-US" dirty="0"/>
              <a:t>Each process is assigned a fixed priority</a:t>
            </a:r>
          </a:p>
          <a:p>
            <a:pPr>
              <a:lnSpc>
                <a:spcPct val="80000"/>
              </a:lnSpc>
            </a:pPr>
            <a:r>
              <a:rPr lang="en-US" dirty="0"/>
              <a:t>Multi-Level Queue Scheduling</a:t>
            </a:r>
          </a:p>
          <a:p>
            <a:pPr lvl="1">
              <a:lnSpc>
                <a:spcPct val="80000"/>
              </a:lnSpc>
            </a:pPr>
            <a:r>
              <a:rPr lang="en-US" dirty="0"/>
              <a:t>Multiple queues of different priorities</a:t>
            </a:r>
          </a:p>
          <a:p>
            <a:pPr>
              <a:lnSpc>
                <a:spcPct val="80000"/>
              </a:lnSpc>
            </a:pPr>
            <a:r>
              <a:rPr lang="en-US" dirty="0"/>
              <a:t>Multi-Level Feedback Queue Scheduling:</a:t>
            </a:r>
          </a:p>
          <a:p>
            <a:pPr lvl="1">
              <a:lnSpc>
                <a:spcPct val="80000"/>
              </a:lnSpc>
            </a:pPr>
            <a:r>
              <a:rPr lang="en-US" dirty="0"/>
              <a:t>Automatic promotion/demotion of process between queues</a:t>
            </a:r>
          </a:p>
          <a:p>
            <a:pPr>
              <a:lnSpc>
                <a:spcPct val="80000"/>
              </a:lnSpc>
            </a:pPr>
            <a:r>
              <a:rPr lang="en-US" dirty="0"/>
              <a:t>Lottery Scheduling:</a:t>
            </a:r>
          </a:p>
          <a:p>
            <a:pPr lvl="1">
              <a:lnSpc>
                <a:spcPct val="80000"/>
              </a:lnSpc>
            </a:pPr>
            <a:r>
              <a:rPr lang="en-US" dirty="0"/>
              <a:t>Give each process a number of tickets (short tasks </a:t>
            </a:r>
            <a:r>
              <a:rPr lang="en-US" dirty="0">
                <a:sym typeface="Symbol" pitchFamily="18" charset="2"/>
              </a:rPr>
              <a:t> more tickets)</a:t>
            </a:r>
          </a:p>
          <a:p>
            <a:pPr lvl="1">
              <a:lnSpc>
                <a:spcPct val="80000"/>
              </a:lnSpc>
            </a:pPr>
            <a:r>
              <a:rPr lang="en-US" dirty="0"/>
              <a:t>Reserve a minimum number of tickets for every process to ensure forward progress</a:t>
            </a:r>
          </a:p>
          <a:p>
            <a:pPr>
              <a:lnSpc>
                <a:spcPct val="80000"/>
              </a:lnSpc>
            </a:pPr>
            <a:r>
              <a:rPr lang="en-US" dirty="0"/>
              <a:t>See </a:t>
            </a:r>
            <a:r>
              <a:rPr lang="en-US" dirty="0">
                <a:hlinkClick r:id="rId3"/>
              </a:rPr>
              <a:t>animations</a:t>
            </a:r>
            <a:r>
              <a:rPr lang="en-US" dirty="0"/>
              <a:t> of common scheduling algorithms</a:t>
            </a:r>
          </a:p>
          <a:p>
            <a:endParaRPr lang="en-US" dirty="0"/>
          </a:p>
          <a:p>
            <a:endParaRPr lang="en-US" dirty="0"/>
          </a:p>
          <a:p>
            <a:endParaRPr lang="en-US"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9771171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sz="1200" dirty="0">
                <a:ea typeface="宋体" charset="-122"/>
              </a:rPr>
              <a:t>Blocking delay is MAX length of critical sections of all lower-priority tasks (vs. SUM for PIP)</a:t>
            </a:r>
          </a:p>
          <a:p>
            <a:endParaRPr lang="en-SE" dirty="0"/>
          </a:p>
        </p:txBody>
      </p:sp>
    </p:spTree>
    <p:extLst>
      <p:ext uri="{BB962C8B-B14F-4D97-AF65-F5344CB8AC3E}">
        <p14:creationId xmlns:p14="http://schemas.microsoft.com/office/powerpoint/2010/main" val="30579046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b="0" i="0">
                <a:latin typeface="Gill Sans Light" charset="0"/>
                <a:ea typeface="Gill Sans Light" charset="0"/>
                <a:cs typeface="Gill Sans Light" charset="0"/>
              </a:defRPr>
            </a:lvl1pPr>
            <a:lvl2pPr>
              <a:defRPr b="0" i="0">
                <a:latin typeface="Gill Sans Light" charset="0"/>
                <a:ea typeface="Gill Sans Light" charset="0"/>
                <a:cs typeface="Gill Sans Light" charset="0"/>
              </a:defRPr>
            </a:lvl2pPr>
            <a:lvl3pPr>
              <a:defRPr b="0" i="0">
                <a:latin typeface="Gill Sans Light" charset="0"/>
                <a:ea typeface="Gill Sans Light" charset="0"/>
                <a:cs typeface="Gill Sans Light" charset="0"/>
              </a:defRPr>
            </a:lvl3pPr>
            <a:lvl4pPr>
              <a:defRPr b="0" i="0">
                <a:latin typeface="Gill Sans Light" charset="0"/>
                <a:ea typeface="Gill Sans Light" charset="0"/>
                <a:cs typeface="Gill Sans Light" charset="0"/>
              </a:defRPr>
            </a:lvl4pPr>
            <a:lvl5pPr>
              <a:defRPr b="0" i="0">
                <a:latin typeface="Gill Sans Light" charset="0"/>
                <a:ea typeface="Gill Sans Light" charset="0"/>
                <a:cs typeface="Gill Sans Light"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4281209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0761661" y="6551613"/>
            <a:ext cx="987431"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r>
              <a:rPr lang="en-US" sz="1400" b="0" dirty="0" err="1">
                <a:solidFill>
                  <a:srgbClr val="2A40E2"/>
                </a:solidFill>
                <a:latin typeface="Gill Sans" charset="0"/>
                <a:cs typeface="Gill Sans" charset="0"/>
              </a:rPr>
              <a:t/>
            </a:r>
            <a:r>
              <a:rPr lang="en-US" sz="1400" b="0" dirty="0">
                <a:solidFill>
                  <a:srgbClr val="2A40E2"/>
                </a:solidFill>
                <a:latin typeface="Gill Sans" charset="0"/>
                <a:cs typeface="Gill Sans" charset="0"/>
              </a:rPr>
              <a:t/>
            </a:r>
            <a:fld id="{8B82DB86-37F9-954E-8F10-00623E1FD261}" type="slidenum">
              <a:rPr lang="en-US" sz="1400" b="0" smtClean="0">
                <a:solidFill>
                  <a:srgbClr val="2A40E2"/>
                </a:solidFill>
                <a:latin typeface="Gill Sans" charset="0"/>
                <a:cs typeface="Gill Sans" charset="0"/>
              </a:rPr>
              <a:pPr algn="ctr"/>
              <a:t>‹#›</a:t>
            </a:fld>
            <a:endParaRPr lang="en-US" sz="1400" b="0" dirty="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youtube.com/watch?v=AvPjOyeJbBM" TargetMode="Externa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youtube.com/watch?v=joHKNtPYtLo" TargetMode="Externa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br>
              <a:rPr lang="en-US" sz="3000" dirty="0"/>
            </a:br>
            <a:r>
              <a:rPr lang="en-GB" sz="3000" dirty="0"/>
              <a:t>CSC 112: Final Review</a:t>
            </a:r>
            <a:endParaRPr lang="en-US" sz="3000" dirty="0"/>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Zonghua Gu</a:t>
            </a:r>
          </a:p>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a:xfrm>
            <a:off x="419449" y="274639"/>
            <a:ext cx="9117430" cy="532956"/>
          </a:xfrm>
        </p:spPr>
        <p:txBody>
          <a:bodyPr/>
          <a:lstStyle/>
          <a:p>
            <a:r>
              <a:rPr lang="en-US" altLang="zh-CN" dirty="0"/>
              <a:t>fork()</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315277" y="807595"/>
            <a:ext cx="6536936" cy="5548756"/>
          </a:xfrm>
        </p:spPr>
        <p:txBody>
          <a:bodyPr>
            <a:normAutofit fontScale="85000" lnSpcReduction="20000"/>
          </a:bodyPr>
          <a:lstStyle/>
          <a:p>
            <a:r>
              <a:rPr lang="en-US" altLang="zh-CN" dirty="0"/>
              <a:t>A</a:t>
            </a:r>
            <a:r>
              <a:rPr lang="zh-CN" altLang="en-US" dirty="0"/>
              <a:t> </a:t>
            </a:r>
            <a:r>
              <a:rPr lang="en-US" altLang="zh-CN" dirty="0"/>
              <a:t>function</a:t>
            </a:r>
            <a:r>
              <a:rPr lang="zh-CN" altLang="en-US" dirty="0"/>
              <a:t> </a:t>
            </a:r>
            <a:r>
              <a:rPr lang="en-US" altLang="zh-CN" dirty="0"/>
              <a:t>without</a:t>
            </a:r>
            <a:r>
              <a:rPr lang="zh-CN" altLang="en-US" dirty="0"/>
              <a:t> </a:t>
            </a:r>
            <a:r>
              <a:rPr lang="en-US" altLang="zh-CN" dirty="0"/>
              <a:t>any</a:t>
            </a:r>
            <a:r>
              <a:rPr lang="zh-CN" altLang="en-US" dirty="0"/>
              <a:t> </a:t>
            </a:r>
            <a:r>
              <a:rPr lang="en-US" altLang="zh-CN" dirty="0"/>
              <a:t>arguments</a:t>
            </a:r>
          </a:p>
          <a:p>
            <a:pPr lvl="1"/>
            <a:r>
              <a:rPr lang="en-US" altLang="zh-CN" b="1" dirty="0">
                <a:solidFill>
                  <a:srgbClr val="0070C0"/>
                </a:solidFill>
              </a:rPr>
              <a:t>ret</a:t>
            </a:r>
            <a:r>
              <a:rPr lang="zh-CN" altLang="en-US" b="1" dirty="0">
                <a:solidFill>
                  <a:srgbClr val="0070C0"/>
                </a:solidFill>
              </a:rPr>
              <a:t> </a:t>
            </a:r>
            <a:r>
              <a:rPr lang="en-US" altLang="zh-CN" b="1" dirty="0">
                <a:solidFill>
                  <a:srgbClr val="0070C0"/>
                </a:solidFill>
              </a:rPr>
              <a:t>=</a:t>
            </a:r>
            <a:r>
              <a:rPr lang="zh-CN" altLang="en-US" b="1" dirty="0">
                <a:solidFill>
                  <a:srgbClr val="0070C0"/>
                </a:solidFill>
              </a:rPr>
              <a:t> </a:t>
            </a:r>
            <a:r>
              <a:rPr lang="en-US" altLang="zh-CN" b="1" dirty="0">
                <a:solidFill>
                  <a:srgbClr val="0070C0"/>
                </a:solidFill>
              </a:rPr>
              <a:t>fork()</a:t>
            </a:r>
          </a:p>
          <a:p>
            <a:r>
              <a:rPr lang="en-US" altLang="zh-CN" dirty="0"/>
              <a:t>Both</a:t>
            </a:r>
            <a:r>
              <a:rPr lang="zh-CN" altLang="en-US" dirty="0"/>
              <a:t> </a:t>
            </a:r>
            <a:r>
              <a:rPr lang="en-US" altLang="zh-CN" b="1" dirty="0">
                <a:solidFill>
                  <a:srgbClr val="0070C0"/>
                </a:solidFill>
              </a:rPr>
              <a:t>parent</a:t>
            </a:r>
            <a:r>
              <a:rPr lang="zh-CN" altLang="en-US" b="1" dirty="0">
                <a:solidFill>
                  <a:srgbClr val="0070C0"/>
                </a:solidFill>
              </a:rPr>
              <a:t> </a:t>
            </a:r>
            <a:r>
              <a:rPr lang="en-US" altLang="zh-CN" b="1" dirty="0">
                <a:solidFill>
                  <a:srgbClr val="0070C0"/>
                </a:solidFill>
              </a:rPr>
              <a:t>process</a:t>
            </a:r>
            <a:r>
              <a:rPr lang="zh-CN" altLang="en-US" b="1" dirty="0"/>
              <a:t> </a:t>
            </a:r>
            <a:r>
              <a:rPr lang="en-US" altLang="zh-CN" dirty="0"/>
              <a:t>and</a:t>
            </a:r>
            <a:r>
              <a:rPr lang="zh-CN" altLang="en-US" dirty="0"/>
              <a:t> </a:t>
            </a:r>
            <a:r>
              <a:rPr lang="en-US" altLang="zh-CN" b="1" dirty="0">
                <a:solidFill>
                  <a:srgbClr val="0070C0"/>
                </a:solidFill>
              </a:rPr>
              <a:t>child</a:t>
            </a:r>
            <a:r>
              <a:rPr lang="zh-CN" altLang="en-US" b="1" dirty="0">
                <a:solidFill>
                  <a:srgbClr val="0070C0"/>
                </a:solidFill>
              </a:rPr>
              <a:t> </a:t>
            </a:r>
            <a:r>
              <a:rPr lang="en-US" altLang="zh-CN" b="1" dirty="0">
                <a:solidFill>
                  <a:srgbClr val="0070C0"/>
                </a:solidFill>
              </a:rPr>
              <a:t>process</a:t>
            </a:r>
            <a:r>
              <a:rPr lang="zh-CN" altLang="en-US" b="1" dirty="0">
                <a:solidFill>
                  <a:srgbClr val="0070C0"/>
                </a:solidFill>
              </a:rPr>
              <a:t> </a:t>
            </a:r>
            <a:r>
              <a:rPr lang="en-US" altLang="zh-CN" dirty="0"/>
              <a:t>continue</a:t>
            </a:r>
            <a:r>
              <a:rPr lang="zh-CN" altLang="en-US" dirty="0"/>
              <a:t> </a:t>
            </a:r>
            <a:r>
              <a:rPr lang="en-US" altLang="zh-CN" dirty="0"/>
              <a:t>to</a:t>
            </a:r>
            <a:r>
              <a:rPr lang="zh-CN" altLang="en-US" dirty="0"/>
              <a:t> </a:t>
            </a:r>
            <a:r>
              <a:rPr lang="en-US" altLang="zh-CN" dirty="0"/>
              <a:t>execute</a:t>
            </a:r>
            <a:r>
              <a:rPr lang="zh-CN" altLang="en-US" dirty="0"/>
              <a:t> </a:t>
            </a:r>
            <a:r>
              <a:rPr lang="en-US" altLang="zh-CN" b="1" dirty="0">
                <a:solidFill>
                  <a:srgbClr val="FF0000"/>
                </a:solidFill>
              </a:rPr>
              <a:t>the</a:t>
            </a:r>
            <a:r>
              <a:rPr lang="zh-CN" altLang="en-US" b="1" dirty="0">
                <a:solidFill>
                  <a:srgbClr val="FF0000"/>
                </a:solidFill>
              </a:rPr>
              <a:t> </a:t>
            </a:r>
            <a:r>
              <a:rPr lang="en-US" altLang="zh-CN" b="1" dirty="0">
                <a:solidFill>
                  <a:srgbClr val="FF0000"/>
                </a:solidFill>
              </a:rPr>
              <a:t>instruction</a:t>
            </a:r>
            <a:r>
              <a:rPr lang="zh-CN" altLang="en-US" b="1" dirty="0">
                <a:solidFill>
                  <a:srgbClr val="FF0000"/>
                </a:solidFill>
              </a:rPr>
              <a:t> </a:t>
            </a:r>
            <a:r>
              <a:rPr lang="en-US" altLang="zh-CN" b="1" dirty="0">
                <a:solidFill>
                  <a:srgbClr val="FF0000"/>
                </a:solidFill>
              </a:rPr>
              <a:t>following</a:t>
            </a:r>
            <a:r>
              <a:rPr lang="zh-CN" altLang="en-US" b="1" dirty="0">
                <a:solidFill>
                  <a:srgbClr val="FF0000"/>
                </a:solidFill>
              </a:rPr>
              <a:t> </a:t>
            </a:r>
            <a:r>
              <a:rPr lang="en-US" altLang="zh-CN" b="1" dirty="0">
                <a:solidFill>
                  <a:srgbClr val="FF0000"/>
                </a:solidFill>
              </a:rPr>
              <a:t>the</a:t>
            </a:r>
            <a:r>
              <a:rPr lang="zh-CN" altLang="en-US" b="1" dirty="0">
                <a:solidFill>
                  <a:srgbClr val="FF0000"/>
                </a:solidFill>
              </a:rPr>
              <a:t> </a:t>
            </a:r>
            <a:r>
              <a:rPr lang="en-US" altLang="zh-CN" b="1" dirty="0">
                <a:solidFill>
                  <a:srgbClr val="FF0000"/>
                </a:solidFill>
              </a:rPr>
              <a:t>fork()</a:t>
            </a:r>
          </a:p>
          <a:p>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indicates</a:t>
            </a:r>
            <a:r>
              <a:rPr lang="zh-CN" altLang="en-US" dirty="0"/>
              <a:t> </a:t>
            </a:r>
            <a:r>
              <a:rPr lang="en-US" altLang="zh-CN" dirty="0"/>
              <a:t>which</a:t>
            </a:r>
            <a:r>
              <a:rPr lang="zh-CN" altLang="en-US" dirty="0"/>
              <a:t> </a:t>
            </a:r>
            <a:r>
              <a:rPr lang="en-US" altLang="zh-CN" dirty="0"/>
              <a:t>process</a:t>
            </a:r>
            <a:r>
              <a:rPr lang="zh-CN" altLang="en-US" dirty="0"/>
              <a:t> </a:t>
            </a:r>
            <a:r>
              <a:rPr lang="en-US" altLang="zh-CN" dirty="0"/>
              <a:t>it is</a:t>
            </a:r>
            <a:r>
              <a:rPr lang="zh-CN" altLang="en-US" dirty="0"/>
              <a:t> </a:t>
            </a:r>
            <a:r>
              <a:rPr lang="en-US" altLang="zh-CN" dirty="0"/>
              <a:t>(</a:t>
            </a:r>
            <a:r>
              <a:rPr lang="en-US" altLang="zh-CN" b="1" dirty="0">
                <a:solidFill>
                  <a:srgbClr val="0070C0"/>
                </a:solidFill>
              </a:rPr>
              <a:t>parent</a:t>
            </a:r>
            <a:r>
              <a:rPr lang="zh-CN" altLang="en-US" dirty="0"/>
              <a:t> </a:t>
            </a:r>
            <a:r>
              <a:rPr lang="en-US" altLang="zh-CN" dirty="0"/>
              <a:t>or</a:t>
            </a:r>
            <a:r>
              <a:rPr lang="zh-CN" altLang="en-US" dirty="0"/>
              <a:t> </a:t>
            </a:r>
            <a:r>
              <a:rPr lang="en-US" altLang="zh-CN" b="1" dirty="0">
                <a:solidFill>
                  <a:srgbClr val="FF0000"/>
                </a:solidFill>
              </a:rPr>
              <a:t>child</a:t>
            </a:r>
            <a:r>
              <a:rPr lang="en-US" altLang="zh-CN" dirty="0"/>
              <a:t>)</a:t>
            </a:r>
          </a:p>
          <a:p>
            <a:pPr lvl="1"/>
            <a:r>
              <a:rPr lang="en-US" altLang="zh-CN" b="1" dirty="0">
                <a:solidFill>
                  <a:srgbClr val="0070C0"/>
                </a:solidFill>
              </a:rPr>
              <a:t>ret &gt; 0 </a:t>
            </a:r>
            <a:r>
              <a:rPr lang="en-US" altLang="zh-CN" b="1" dirty="0"/>
              <a:t>(</a:t>
            </a:r>
            <a:r>
              <a:rPr lang="en-US" altLang="zh-CN" dirty="0"/>
              <a:t>pid</a:t>
            </a:r>
            <a:r>
              <a:rPr lang="zh-CN" altLang="en-US" dirty="0"/>
              <a:t> </a:t>
            </a:r>
            <a:r>
              <a:rPr lang="en-US" altLang="zh-CN" dirty="0"/>
              <a:t>of</a:t>
            </a:r>
            <a:r>
              <a:rPr lang="zh-CN" altLang="en-US" dirty="0"/>
              <a:t> </a:t>
            </a:r>
            <a:r>
              <a:rPr lang="en-US" altLang="zh-CN" dirty="0"/>
              <a:t>child</a:t>
            </a:r>
            <a:r>
              <a:rPr lang="zh-CN" altLang="en-US" dirty="0"/>
              <a:t> </a:t>
            </a:r>
            <a:r>
              <a:rPr lang="en-US" altLang="zh-CN" dirty="0"/>
              <a:t>process</a:t>
            </a:r>
            <a:r>
              <a:rPr lang="en-US" altLang="zh-CN" b="1" dirty="0"/>
              <a:t>)</a:t>
            </a:r>
            <a:r>
              <a:rPr lang="en-US" altLang="zh-CN" dirty="0"/>
              <a:t>: code running in the</a:t>
            </a:r>
            <a:r>
              <a:rPr lang="zh-CN" altLang="en-US" dirty="0"/>
              <a:t> </a:t>
            </a:r>
            <a:r>
              <a:rPr lang="en-US" altLang="zh-CN" dirty="0">
                <a:solidFill>
                  <a:srgbClr val="0070C0"/>
                </a:solidFill>
              </a:rPr>
              <a:t>parent</a:t>
            </a:r>
            <a:r>
              <a:rPr lang="zh-CN" altLang="en-US" dirty="0"/>
              <a:t> </a:t>
            </a:r>
            <a:r>
              <a:rPr lang="en-US" altLang="zh-CN" dirty="0"/>
              <a:t>process,</a:t>
            </a:r>
            <a:r>
              <a:rPr lang="zh-CN" altLang="en-US" dirty="0"/>
              <a:t> </a:t>
            </a:r>
            <a:endParaRPr lang="en-US" altLang="zh-CN" dirty="0"/>
          </a:p>
          <a:p>
            <a:pPr lvl="1"/>
            <a:r>
              <a:rPr lang="en-US" altLang="zh-CN" b="1" dirty="0">
                <a:solidFill>
                  <a:srgbClr val="0070C0"/>
                </a:solidFill>
              </a:rPr>
              <a:t>ret == 0</a:t>
            </a:r>
            <a:r>
              <a:rPr lang="en-US" altLang="zh-CN" dirty="0"/>
              <a:t>: code running in the newly-created</a:t>
            </a:r>
            <a:r>
              <a:rPr lang="zh-CN" altLang="en-US" dirty="0"/>
              <a:t> </a:t>
            </a:r>
            <a:r>
              <a:rPr lang="en-US" altLang="zh-CN" dirty="0">
                <a:solidFill>
                  <a:srgbClr val="FF0000"/>
                </a:solidFill>
              </a:rPr>
              <a:t>child</a:t>
            </a:r>
            <a:r>
              <a:rPr lang="zh-CN" altLang="en-US" dirty="0"/>
              <a:t> </a:t>
            </a:r>
            <a:r>
              <a:rPr lang="en-US" altLang="zh-CN" dirty="0"/>
              <a:t>process</a:t>
            </a:r>
          </a:p>
          <a:p>
            <a:pPr lvl="1"/>
            <a:r>
              <a:rPr lang="en-US" altLang="zh-CN" b="1" dirty="0">
                <a:solidFill>
                  <a:srgbClr val="0070C0"/>
                </a:solidFill>
              </a:rPr>
              <a:t>ret == -1</a:t>
            </a:r>
            <a:r>
              <a:rPr lang="en-US" altLang="zh-CN" dirty="0"/>
              <a:t>:</a:t>
            </a:r>
            <a:r>
              <a:rPr lang="zh-CN" altLang="en-US" dirty="0"/>
              <a:t> </a:t>
            </a:r>
            <a:r>
              <a:rPr lang="en-US" altLang="zh-CN" dirty="0"/>
              <a:t>an</a:t>
            </a:r>
            <a:r>
              <a:rPr lang="zh-CN" altLang="en-US" dirty="0"/>
              <a:t> </a:t>
            </a:r>
            <a:r>
              <a:rPr lang="en-US" altLang="zh-CN" dirty="0"/>
              <a:t>error</a:t>
            </a:r>
            <a:r>
              <a:rPr lang="zh-CN" altLang="en-US" dirty="0"/>
              <a:t> </a:t>
            </a:r>
            <a:r>
              <a:rPr lang="en-US" altLang="zh-CN" dirty="0"/>
              <a:t>or</a:t>
            </a:r>
            <a:r>
              <a:rPr lang="zh-CN" altLang="en-US" dirty="0"/>
              <a:t> </a:t>
            </a:r>
            <a:r>
              <a:rPr lang="en-US" altLang="zh-CN" dirty="0"/>
              <a:t>failure</a:t>
            </a:r>
            <a:r>
              <a:rPr lang="zh-CN" altLang="en-US" dirty="0"/>
              <a:t> </a:t>
            </a:r>
            <a:r>
              <a:rPr lang="en-US" altLang="zh-CN" dirty="0"/>
              <a:t>occurred</a:t>
            </a:r>
            <a:r>
              <a:rPr lang="zh-CN" altLang="en-US" dirty="0"/>
              <a:t> </a:t>
            </a:r>
            <a:r>
              <a:rPr lang="en-US" altLang="zh-CN" dirty="0"/>
              <a:t>when</a:t>
            </a:r>
            <a:r>
              <a:rPr lang="zh-CN" altLang="en-US" dirty="0"/>
              <a:t> </a:t>
            </a:r>
            <a:r>
              <a:rPr lang="en-US" altLang="zh-CN" dirty="0"/>
              <a:t>creating</a:t>
            </a:r>
            <a:r>
              <a:rPr lang="zh-CN" altLang="en-US" dirty="0"/>
              <a:t> </a:t>
            </a:r>
            <a:r>
              <a:rPr lang="en-US" altLang="zh-CN" dirty="0"/>
              <a:t>new</a:t>
            </a:r>
            <a:r>
              <a:rPr lang="zh-CN" altLang="en-US" dirty="0"/>
              <a:t> </a:t>
            </a:r>
            <a:r>
              <a:rPr lang="en-US" altLang="zh-CN" dirty="0"/>
              <a:t>process</a:t>
            </a:r>
          </a:p>
          <a:p>
            <a:r>
              <a:rPr lang="en-US" altLang="zh-CN" dirty="0"/>
              <a:t>Fun analogy: imagine you are a process after fork, but you don’t know if you are the child or parent process, as if you are running inside of a Matrix. But you can identify which process you are running, by looking up to the sky and see the ret value from fork() </a:t>
            </a:r>
          </a:p>
          <a:p>
            <a:r>
              <a:rPr lang="en-US" altLang="zh-CN" dirty="0"/>
              <a:t>Child</a:t>
            </a:r>
            <a:r>
              <a:rPr lang="zh-CN" altLang="en-US" dirty="0"/>
              <a:t> </a:t>
            </a:r>
            <a:r>
              <a:rPr lang="en-US" altLang="zh-CN" dirty="0"/>
              <a:t>process</a:t>
            </a:r>
            <a:r>
              <a:rPr lang="zh-CN" altLang="en-US" dirty="0"/>
              <a:t> </a:t>
            </a:r>
            <a:r>
              <a:rPr lang="en-US" altLang="zh-CN" dirty="0"/>
              <a:t>is</a:t>
            </a:r>
            <a:r>
              <a:rPr lang="zh-CN" altLang="en-US" dirty="0"/>
              <a:t> </a:t>
            </a:r>
            <a:r>
              <a:rPr lang="en-US" altLang="zh-CN" dirty="0"/>
              <a:t>a</a:t>
            </a:r>
            <a:r>
              <a:rPr lang="zh-CN" altLang="en-US" dirty="0"/>
              <a:t> </a:t>
            </a:r>
            <a:r>
              <a:rPr lang="en-US" altLang="zh-CN" dirty="0">
                <a:solidFill>
                  <a:srgbClr val="FF0000"/>
                </a:solidFill>
              </a:rPr>
              <a:t>duplicate</a:t>
            </a:r>
            <a:r>
              <a:rPr lang="zh-CN" altLang="en-US" dirty="0"/>
              <a:t> </a:t>
            </a:r>
            <a:r>
              <a:rPr lang="en-US" altLang="zh-CN" dirty="0"/>
              <a:t>of</a:t>
            </a:r>
            <a:r>
              <a:rPr lang="zh-CN" altLang="en-US" dirty="0"/>
              <a:t> </a:t>
            </a:r>
            <a:r>
              <a:rPr lang="en-US" altLang="zh-CN" dirty="0"/>
              <a:t>its parent</a:t>
            </a:r>
            <a:r>
              <a:rPr lang="zh-CN" altLang="en-US" dirty="0"/>
              <a:t> </a:t>
            </a:r>
            <a:r>
              <a:rPr lang="en-US" altLang="zh-CN" dirty="0"/>
              <a:t>process</a:t>
            </a:r>
            <a:r>
              <a:rPr lang="zh-CN" altLang="en-US" dirty="0"/>
              <a:t> </a:t>
            </a:r>
            <a:r>
              <a:rPr lang="en-US" altLang="zh-CN" dirty="0"/>
              <a:t>and</a:t>
            </a:r>
            <a:r>
              <a:rPr lang="zh-CN" altLang="en-US" dirty="0"/>
              <a:t> </a:t>
            </a:r>
            <a:r>
              <a:rPr lang="en-US" altLang="zh-CN" dirty="0"/>
              <a:t>has</a:t>
            </a:r>
            <a:r>
              <a:rPr lang="zh-CN" altLang="en-US" dirty="0"/>
              <a:t> </a:t>
            </a:r>
            <a:r>
              <a:rPr lang="en-US" altLang="zh-CN" dirty="0"/>
              <a:t>same</a:t>
            </a:r>
          </a:p>
          <a:p>
            <a:pPr lvl="1"/>
            <a:r>
              <a:rPr lang="en-US" altLang="zh-CN" b="1" dirty="0">
                <a:solidFill>
                  <a:srgbClr val="0070C0"/>
                </a:solidFill>
              </a:rPr>
              <a:t>instructions, data, stack</a:t>
            </a:r>
            <a:endParaRPr lang="en-US" altLang="zh-CN" dirty="0"/>
          </a:p>
          <a:p>
            <a:r>
              <a:rPr lang="en-US" altLang="zh-CN" dirty="0"/>
              <a:t>Child</a:t>
            </a:r>
            <a:r>
              <a:rPr lang="zh-CN" altLang="en-US" dirty="0"/>
              <a:t> </a:t>
            </a:r>
            <a:r>
              <a:rPr lang="en-US" altLang="zh-CN" dirty="0"/>
              <a:t>and</a:t>
            </a:r>
            <a:r>
              <a:rPr lang="zh-CN" altLang="en-US" dirty="0"/>
              <a:t> </a:t>
            </a:r>
            <a:r>
              <a:rPr lang="en-US" altLang="zh-CN" dirty="0"/>
              <a:t>parent</a:t>
            </a:r>
            <a:r>
              <a:rPr lang="zh-CN" altLang="en-US" dirty="0"/>
              <a:t> </a:t>
            </a:r>
            <a:r>
              <a:rPr lang="en-US" altLang="zh-CN" dirty="0"/>
              <a:t>have</a:t>
            </a:r>
            <a:r>
              <a:rPr lang="zh-CN" altLang="en-US" dirty="0"/>
              <a:t> </a:t>
            </a:r>
            <a:r>
              <a:rPr lang="en-US" altLang="zh-CN" dirty="0">
                <a:solidFill>
                  <a:srgbClr val="FF0000"/>
                </a:solidFill>
              </a:rPr>
              <a:t>different</a:t>
            </a:r>
            <a:r>
              <a:rPr lang="zh-CN" altLang="en-US" dirty="0"/>
              <a:t> </a:t>
            </a:r>
            <a:endParaRPr lang="en-US" altLang="zh-CN" dirty="0"/>
          </a:p>
          <a:p>
            <a:pPr lvl="1"/>
            <a:r>
              <a:rPr lang="en-US" altLang="zh-CN" b="1" dirty="0">
                <a:solidFill>
                  <a:srgbClr val="0070C0"/>
                </a:solidFill>
              </a:rPr>
              <a:t>PIDs,</a:t>
            </a:r>
            <a:r>
              <a:rPr lang="zh-CN" altLang="en-US" b="1" dirty="0">
                <a:solidFill>
                  <a:srgbClr val="0070C0"/>
                </a:solidFill>
              </a:rPr>
              <a:t> </a:t>
            </a:r>
            <a:r>
              <a:rPr lang="en-US" altLang="zh-CN" b="1" dirty="0">
                <a:solidFill>
                  <a:srgbClr val="0070C0"/>
                </a:solidFill>
              </a:rPr>
              <a:t>memory</a:t>
            </a:r>
            <a:r>
              <a:rPr lang="zh-CN" altLang="en-US" b="1" dirty="0">
                <a:solidFill>
                  <a:srgbClr val="0070C0"/>
                </a:solidFill>
              </a:rPr>
              <a:t> </a:t>
            </a:r>
            <a:r>
              <a:rPr lang="en-US" altLang="zh-CN" b="1" dirty="0">
                <a:solidFill>
                  <a:srgbClr val="0070C0"/>
                </a:solidFill>
              </a:rPr>
              <a:t>spaces</a:t>
            </a:r>
            <a:endParaRPr lang="en-US" altLang="zh-CN" dirty="0"/>
          </a:p>
          <a:p>
            <a:endParaRPr lang="en-US" altLang="zh-CN" dirty="0"/>
          </a:p>
          <a:p>
            <a:pPr marL="0" indent="0">
              <a:buNone/>
            </a:pPr>
            <a:endParaRPr lang="en-US" altLang="zh-CN" dirty="0"/>
          </a:p>
        </p:txBody>
      </p:sp>
      <p:pic>
        <p:nvPicPr>
          <p:cNvPr id="4" name="Picture 2" descr="untitled image">
            <a:extLst>
              <a:ext uri="{FF2B5EF4-FFF2-40B4-BE49-F238E27FC236}">
                <a16:creationId xmlns:a16="http://schemas.microsoft.com/office/drawing/2014/main" id="{6409F563-47E5-2DEF-48DF-986D2EEC56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3266" y="0"/>
            <a:ext cx="5354197" cy="64735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6515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exec()</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436159" y="727988"/>
            <a:ext cx="8433015" cy="3663358"/>
          </a:xfrm>
        </p:spPr>
        <p:txBody>
          <a:bodyPr>
            <a:normAutofit lnSpcReduction="10000"/>
          </a:bodyPr>
          <a:lstStyle/>
          <a:p>
            <a:r>
              <a:rPr lang="en-US" altLang="zh-CN" b="1" dirty="0">
                <a:solidFill>
                  <a:srgbClr val="0070C0"/>
                </a:solidFill>
              </a:rPr>
              <a:t>exec(</a:t>
            </a:r>
            <a:r>
              <a:rPr lang="en-US" altLang="zh-CN" b="1" dirty="0" err="1">
                <a:solidFill>
                  <a:srgbClr val="0070C0"/>
                </a:solidFill>
              </a:rPr>
              <a:t>cmd</a:t>
            </a:r>
            <a:r>
              <a:rPr lang="en-US" altLang="zh-CN" b="1" dirty="0">
                <a:solidFill>
                  <a:srgbClr val="0070C0"/>
                </a:solidFill>
              </a:rPr>
              <a:t>,</a:t>
            </a:r>
            <a:r>
              <a:rPr lang="zh-CN" altLang="en-US" b="1" dirty="0">
                <a:solidFill>
                  <a:srgbClr val="0070C0"/>
                </a:solidFill>
              </a:rPr>
              <a:t> </a:t>
            </a:r>
            <a:r>
              <a:rPr lang="en-US" altLang="zh-CN" b="1" dirty="0" err="1">
                <a:solidFill>
                  <a:srgbClr val="0070C0"/>
                </a:solidFill>
              </a:rPr>
              <a:t>argv</a:t>
            </a:r>
            <a:r>
              <a:rPr lang="en-US" altLang="zh-CN" b="1" dirty="0">
                <a:solidFill>
                  <a:srgbClr val="0070C0"/>
                </a:solidFill>
              </a:rPr>
              <a:t>)</a:t>
            </a:r>
            <a:r>
              <a:rPr lang="en-GB" altLang="zh-CN" dirty="0"/>
              <a:t> replaces the current process image with a new process image specified by the path to an executable file.</a:t>
            </a:r>
          </a:p>
          <a:p>
            <a:pPr lvl="1"/>
            <a:r>
              <a:rPr lang="en-US" altLang="zh-CN" dirty="0"/>
              <a:t>It does</a:t>
            </a:r>
            <a:r>
              <a:rPr lang="zh-CN" altLang="en-US" dirty="0"/>
              <a:t> </a:t>
            </a:r>
            <a:r>
              <a:rPr lang="en-US" altLang="zh-CN" dirty="0"/>
              <a:t>not</a:t>
            </a:r>
            <a:r>
              <a:rPr lang="zh-CN" altLang="en-US" dirty="0"/>
              <a:t> </a:t>
            </a:r>
            <a:r>
              <a:rPr lang="en-US" altLang="zh-CN" dirty="0"/>
              <a:t>return.</a:t>
            </a:r>
            <a:r>
              <a:rPr lang="zh-CN" altLang="en-US" dirty="0"/>
              <a:t> </a:t>
            </a:r>
            <a:r>
              <a:rPr lang="en-US" altLang="zh-CN" dirty="0"/>
              <a:t>It</a:t>
            </a:r>
            <a:r>
              <a:rPr lang="zh-CN" altLang="en-US" dirty="0"/>
              <a:t> </a:t>
            </a:r>
            <a:r>
              <a:rPr lang="en-US" altLang="zh-CN" dirty="0"/>
              <a:t>starts</a:t>
            </a:r>
            <a:r>
              <a:rPr lang="zh-CN" altLang="en-US" dirty="0"/>
              <a:t> </a:t>
            </a:r>
            <a:r>
              <a:rPr lang="en-US" altLang="zh-CN" dirty="0"/>
              <a:t>to</a:t>
            </a:r>
            <a:r>
              <a:rPr lang="zh-CN" altLang="en-US" dirty="0"/>
              <a:t> </a:t>
            </a:r>
            <a:r>
              <a:rPr lang="en-US" altLang="zh-CN" dirty="0"/>
              <a:t>execute</a:t>
            </a:r>
            <a:r>
              <a:rPr lang="zh-CN" altLang="en-US" dirty="0"/>
              <a:t> </a:t>
            </a:r>
            <a:r>
              <a:rPr lang="en-US" altLang="zh-CN" dirty="0"/>
              <a:t>the</a:t>
            </a:r>
            <a:r>
              <a:rPr lang="zh-CN" altLang="en-US" dirty="0"/>
              <a:t> </a:t>
            </a:r>
            <a:r>
              <a:rPr lang="en-US" altLang="zh-CN" dirty="0"/>
              <a:t>new</a:t>
            </a:r>
            <a:r>
              <a:rPr lang="zh-CN" altLang="en-US" dirty="0"/>
              <a:t> </a:t>
            </a:r>
            <a:r>
              <a:rPr lang="en-US" altLang="zh-CN" dirty="0"/>
              <a:t>program.</a:t>
            </a:r>
            <a:endParaRPr lang="en-US" altLang="zh-CN" b="1" dirty="0">
              <a:solidFill>
                <a:srgbClr val="FF0000"/>
              </a:solidFill>
            </a:endParaRPr>
          </a:p>
          <a:p>
            <a:r>
              <a:rPr lang="en-US" altLang="zh-CN" dirty="0"/>
              <a:t>There</a:t>
            </a:r>
            <a:r>
              <a:rPr lang="zh-CN" altLang="en-US" dirty="0"/>
              <a:t> </a:t>
            </a:r>
            <a:r>
              <a:rPr lang="en-US" altLang="zh-CN" dirty="0"/>
              <a:t>is</a:t>
            </a:r>
            <a:r>
              <a:rPr lang="zh-CN" altLang="en-US" dirty="0"/>
              <a:t> </a:t>
            </a:r>
            <a:r>
              <a:rPr lang="en-US" altLang="zh-CN" dirty="0"/>
              <a:t>a</a:t>
            </a:r>
            <a:r>
              <a:rPr lang="zh-CN" altLang="en-US" dirty="0"/>
              <a:t> </a:t>
            </a:r>
            <a:r>
              <a:rPr lang="en-US" altLang="zh-CN" dirty="0"/>
              <a:t>family</a:t>
            </a:r>
            <a:r>
              <a:rPr lang="zh-CN" altLang="en-US" dirty="0"/>
              <a:t> </a:t>
            </a:r>
            <a:r>
              <a:rPr lang="en-US" altLang="zh-CN" dirty="0"/>
              <a:t>of</a:t>
            </a:r>
            <a:r>
              <a:rPr lang="zh-CN" altLang="en-US" dirty="0"/>
              <a:t> </a:t>
            </a:r>
            <a:r>
              <a:rPr lang="en-US" altLang="zh-CN" b="1" dirty="0">
                <a:solidFill>
                  <a:srgbClr val="0070C0"/>
                </a:solidFill>
              </a:rPr>
              <a:t>exec(),</a:t>
            </a:r>
            <a:r>
              <a:rPr lang="zh-CN" altLang="en-US" b="1" dirty="0">
                <a:solidFill>
                  <a:srgbClr val="0070C0"/>
                </a:solidFill>
              </a:rPr>
              <a:t> </a:t>
            </a:r>
            <a:r>
              <a:rPr lang="en-US" altLang="zh-CN" dirty="0"/>
              <a:t>e.g.,</a:t>
            </a:r>
            <a:r>
              <a:rPr lang="zh-CN" altLang="en-US" b="1" dirty="0">
                <a:solidFill>
                  <a:srgbClr val="0070C0"/>
                </a:solidFill>
              </a:rPr>
              <a:t> </a:t>
            </a:r>
            <a:r>
              <a:rPr lang="zh-CN" altLang="en-US" dirty="0"/>
              <a:t> </a:t>
            </a:r>
            <a:r>
              <a:rPr lang="en-US" altLang="zh-CN" b="1" dirty="0" err="1">
                <a:solidFill>
                  <a:srgbClr val="0070C0"/>
                </a:solidFill>
              </a:rPr>
              <a:t>execl</a:t>
            </a:r>
            <a:r>
              <a:rPr lang="en-US" altLang="zh-CN" b="1" dirty="0">
                <a:solidFill>
                  <a:srgbClr val="0070C0"/>
                </a:solidFill>
              </a:rPr>
              <a:t>(),</a:t>
            </a:r>
            <a:r>
              <a:rPr lang="zh-CN" altLang="en-US" b="1" dirty="0">
                <a:solidFill>
                  <a:srgbClr val="0070C0"/>
                </a:solidFill>
              </a:rPr>
              <a:t> </a:t>
            </a:r>
            <a:r>
              <a:rPr lang="en-US" altLang="zh-CN" b="1" dirty="0" err="1">
                <a:solidFill>
                  <a:srgbClr val="0070C0"/>
                </a:solidFill>
              </a:rPr>
              <a:t>execvp</a:t>
            </a:r>
            <a:r>
              <a:rPr lang="en-US" altLang="zh-CN" b="1" dirty="0">
                <a:solidFill>
                  <a:srgbClr val="0070C0"/>
                </a:solidFill>
              </a:rPr>
              <a:t>()</a:t>
            </a:r>
          </a:p>
          <a:p>
            <a:pPr lvl="1"/>
            <a:r>
              <a:rPr lang="en-GB" altLang="zh-CN" b="1" dirty="0" err="1">
                <a:solidFill>
                  <a:srgbClr val="0070C0"/>
                </a:solidFill>
              </a:rPr>
              <a:t>execl</a:t>
            </a:r>
            <a:r>
              <a:rPr lang="en-GB" altLang="zh-CN" b="1" dirty="0">
                <a:solidFill>
                  <a:srgbClr val="0070C0"/>
                </a:solidFill>
              </a:rPr>
              <a:t>()</a:t>
            </a:r>
            <a:r>
              <a:rPr lang="en-GB" altLang="zh-CN" dirty="0"/>
              <a:t> takes a variable number of arguments that represent the program name and its arguments.</a:t>
            </a:r>
          </a:p>
          <a:p>
            <a:pPr lvl="2"/>
            <a:r>
              <a:rPr lang="en-GB" altLang="zh-CN" dirty="0"/>
              <a:t>int </a:t>
            </a:r>
            <a:r>
              <a:rPr lang="en-GB" altLang="zh-CN" dirty="0" err="1"/>
              <a:t>execl</a:t>
            </a:r>
            <a:r>
              <a:rPr lang="en-GB" altLang="zh-CN" dirty="0"/>
              <a:t>(</a:t>
            </a:r>
            <a:r>
              <a:rPr lang="en-GB" altLang="zh-CN" dirty="0" err="1"/>
              <a:t>const</a:t>
            </a:r>
            <a:r>
              <a:rPr lang="en-GB" altLang="zh-CN" dirty="0"/>
              <a:t> char *path, </a:t>
            </a:r>
            <a:r>
              <a:rPr lang="en-GB" altLang="zh-CN" dirty="0" err="1"/>
              <a:t>const</a:t>
            </a:r>
            <a:r>
              <a:rPr lang="en-GB" altLang="zh-CN" dirty="0"/>
              <a:t> char *</a:t>
            </a:r>
            <a:r>
              <a:rPr lang="en-GB" altLang="zh-CN" dirty="0" err="1"/>
              <a:t>arg</a:t>
            </a:r>
            <a:r>
              <a:rPr lang="en-GB" altLang="zh-CN" dirty="0"/>
              <a:t>, ..., NULL);</a:t>
            </a:r>
            <a:endParaRPr lang="en-US" altLang="zh-CN" dirty="0"/>
          </a:p>
          <a:p>
            <a:pPr lvl="1"/>
            <a:r>
              <a:rPr lang="en-GB" altLang="zh-CN" b="1" dirty="0" err="1">
                <a:solidFill>
                  <a:srgbClr val="0070C0"/>
                </a:solidFill>
              </a:rPr>
              <a:t>execvp</a:t>
            </a:r>
            <a:r>
              <a:rPr lang="en-GB" altLang="zh-CN" b="1" dirty="0">
                <a:solidFill>
                  <a:srgbClr val="0070C0"/>
                </a:solidFill>
              </a:rPr>
              <a:t>() </a:t>
            </a:r>
            <a:r>
              <a:rPr lang="en-GB" altLang="zh-CN" dirty="0"/>
              <a:t>takes an array of arguments instead of a variable-length argument list</a:t>
            </a:r>
          </a:p>
          <a:p>
            <a:pPr lvl="2"/>
            <a:r>
              <a:rPr lang="en-GB" sz="2200" dirty="0"/>
              <a:t>int </a:t>
            </a:r>
            <a:r>
              <a:rPr lang="en-GB" sz="2200" dirty="0" err="1"/>
              <a:t>execvp</a:t>
            </a:r>
            <a:r>
              <a:rPr lang="en-GB" sz="2200" dirty="0"/>
              <a:t>(</a:t>
            </a:r>
            <a:r>
              <a:rPr lang="en-GB" sz="2200" dirty="0" err="1"/>
              <a:t>const</a:t>
            </a:r>
            <a:r>
              <a:rPr lang="en-GB" sz="2200" dirty="0"/>
              <a:t> char *file, char *</a:t>
            </a:r>
            <a:r>
              <a:rPr lang="en-GB" sz="2200" dirty="0" err="1"/>
              <a:t>const</a:t>
            </a:r>
            <a:r>
              <a:rPr lang="en-GB" sz="2200" dirty="0"/>
              <a:t> </a:t>
            </a:r>
            <a:r>
              <a:rPr lang="en-GB" sz="2200" dirty="0" err="1"/>
              <a:t>argv</a:t>
            </a:r>
            <a:r>
              <a:rPr lang="en-GB" sz="2200" dirty="0"/>
              <a:t>[]);</a:t>
            </a:r>
            <a:endParaRPr lang="en-US" altLang="zh-CN" sz="2200" dirty="0"/>
          </a:p>
          <a:p>
            <a:pPr marL="0" indent="0">
              <a:buNone/>
            </a:pPr>
            <a:endParaRPr lang="en-US" altLang="zh-CN" dirty="0"/>
          </a:p>
        </p:txBody>
      </p:sp>
      <p:pic>
        <p:nvPicPr>
          <p:cNvPr id="3074" name="Picture 2" descr="The exec family of system calls :: Operating systems 2018">
            <a:extLst>
              <a:ext uri="{FF2B5EF4-FFF2-40B4-BE49-F238E27FC236}">
                <a16:creationId xmlns:a16="http://schemas.microsoft.com/office/drawing/2014/main" id="{B8F04797-E2C0-72D8-B7F9-8F0915B7C1A4}"/>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415328" y="4191001"/>
            <a:ext cx="6973475" cy="254725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Process management :: Operating systems 2018">
            <a:extLst>
              <a:ext uri="{FF2B5EF4-FFF2-40B4-BE49-F238E27FC236}">
                <a16:creationId xmlns:a16="http://schemas.microsoft.com/office/drawing/2014/main" id="{C6D9E28B-3858-47C3-1888-3FD2A595EBB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869174" y="2420007"/>
            <a:ext cx="3084930" cy="41633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86562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44E9320-82CB-6B47-9656-1B5499518015}"/>
              </a:ext>
            </a:extLst>
          </p:cNvPr>
          <p:cNvSpPr>
            <a:spLocks noGrp="1"/>
          </p:cNvSpPr>
          <p:nvPr>
            <p:ph type="title"/>
          </p:nvPr>
        </p:nvSpPr>
        <p:spPr/>
        <p:txBody>
          <a:bodyPr/>
          <a:lstStyle/>
          <a:p>
            <a:r>
              <a:rPr lang="en-US" altLang="zh-CN" dirty="0"/>
              <a:t>wait()</a:t>
            </a:r>
            <a:endParaRPr lang="nb-NO" dirty="0"/>
          </a:p>
        </p:txBody>
      </p:sp>
      <p:sp>
        <p:nvSpPr>
          <p:cNvPr id="3" name="Plassholder for innhold 2">
            <a:extLst>
              <a:ext uri="{FF2B5EF4-FFF2-40B4-BE49-F238E27FC236}">
                <a16:creationId xmlns:a16="http://schemas.microsoft.com/office/drawing/2014/main" id="{FC7524D1-ADBD-8C45-9DC3-F343D7DEE3B6}"/>
              </a:ext>
            </a:extLst>
          </p:cNvPr>
          <p:cNvSpPr>
            <a:spLocks noGrp="1"/>
          </p:cNvSpPr>
          <p:nvPr>
            <p:ph idx="1"/>
          </p:nvPr>
        </p:nvSpPr>
        <p:spPr>
          <a:xfrm>
            <a:off x="124823" y="807595"/>
            <a:ext cx="6977286" cy="5919776"/>
          </a:xfrm>
        </p:spPr>
        <p:txBody>
          <a:bodyPr>
            <a:normAutofit fontScale="92500" lnSpcReduction="10000"/>
          </a:bodyPr>
          <a:lstStyle/>
          <a:p>
            <a:r>
              <a:rPr lang="en-US" altLang="zh-CN" dirty="0"/>
              <a:t>Let</a:t>
            </a:r>
            <a:r>
              <a:rPr lang="zh-CN" altLang="en-US" dirty="0"/>
              <a:t> </a:t>
            </a:r>
            <a:r>
              <a:rPr lang="en-US" altLang="zh-CN" dirty="0"/>
              <a:t>the</a:t>
            </a:r>
            <a:r>
              <a:rPr lang="zh-CN" altLang="en-US" dirty="0"/>
              <a:t> </a:t>
            </a:r>
            <a:r>
              <a:rPr lang="en-US" altLang="zh-CN" dirty="0"/>
              <a:t>parent</a:t>
            </a:r>
            <a:r>
              <a:rPr lang="zh-CN" altLang="en-US" dirty="0"/>
              <a:t> </a:t>
            </a:r>
            <a:r>
              <a:rPr lang="en-US" altLang="zh-CN" dirty="0"/>
              <a:t>process</a:t>
            </a:r>
            <a:r>
              <a:rPr lang="zh-CN" altLang="en-US" dirty="0"/>
              <a:t> </a:t>
            </a:r>
            <a:r>
              <a:rPr lang="en-US" altLang="zh-CN" dirty="0"/>
              <a:t>wait</a:t>
            </a:r>
            <a:r>
              <a:rPr lang="zh-CN" altLang="en-US" dirty="0"/>
              <a:t> </a:t>
            </a:r>
            <a:r>
              <a:rPr lang="en-US" altLang="zh-CN" dirty="0"/>
              <a:t>for</a:t>
            </a:r>
            <a:r>
              <a:rPr lang="zh-CN" altLang="en-US" dirty="0"/>
              <a:t> </a:t>
            </a:r>
            <a:r>
              <a:rPr lang="en-US" altLang="zh-CN" dirty="0"/>
              <a:t>the</a:t>
            </a:r>
            <a:r>
              <a:rPr lang="zh-CN" altLang="en-US" dirty="0"/>
              <a:t> </a:t>
            </a:r>
            <a:r>
              <a:rPr lang="en-US" altLang="zh-CN" dirty="0"/>
              <a:t>completion</a:t>
            </a:r>
            <a:r>
              <a:rPr lang="zh-CN" altLang="en-US" dirty="0"/>
              <a:t> </a:t>
            </a:r>
            <a:r>
              <a:rPr lang="en-US" altLang="zh-CN" dirty="0"/>
              <a:t>of</a:t>
            </a:r>
            <a:r>
              <a:rPr lang="zh-CN" altLang="en-US" dirty="0"/>
              <a:t> </a:t>
            </a:r>
            <a:r>
              <a:rPr lang="en-US" altLang="zh-CN" dirty="0"/>
              <a:t>the</a:t>
            </a:r>
            <a:r>
              <a:rPr lang="zh-CN" altLang="en-US" dirty="0"/>
              <a:t> </a:t>
            </a:r>
            <a:r>
              <a:rPr lang="en-US" altLang="zh-CN" dirty="0"/>
              <a:t>child</a:t>
            </a:r>
            <a:r>
              <a:rPr lang="zh-CN" altLang="en-US" dirty="0"/>
              <a:t> </a:t>
            </a:r>
            <a:r>
              <a:rPr lang="en-US" altLang="zh-CN" dirty="0"/>
              <a:t>process</a:t>
            </a:r>
          </a:p>
          <a:p>
            <a:pPr lvl="1"/>
            <a:r>
              <a:rPr lang="en-US" altLang="zh-CN" b="1" dirty="0">
                <a:solidFill>
                  <a:srgbClr val="0070C0"/>
                </a:solidFill>
              </a:rPr>
              <a:t>pid</a:t>
            </a:r>
            <a:r>
              <a:rPr lang="zh-CN" altLang="en-US" b="1" dirty="0">
                <a:solidFill>
                  <a:srgbClr val="0070C0"/>
                </a:solidFill>
              </a:rPr>
              <a:t> </a:t>
            </a:r>
            <a:r>
              <a:rPr lang="en-US" altLang="zh-CN" b="1" dirty="0">
                <a:solidFill>
                  <a:srgbClr val="0070C0"/>
                </a:solidFill>
              </a:rPr>
              <a:t>=</a:t>
            </a:r>
            <a:r>
              <a:rPr lang="zh-CN" altLang="en-US" b="1" dirty="0">
                <a:solidFill>
                  <a:srgbClr val="0070C0"/>
                </a:solidFill>
              </a:rPr>
              <a:t> </a:t>
            </a:r>
            <a:r>
              <a:rPr lang="en-US" altLang="zh-CN" b="1" dirty="0">
                <a:solidFill>
                  <a:srgbClr val="0070C0"/>
                </a:solidFill>
              </a:rPr>
              <a:t>wait()</a:t>
            </a:r>
          </a:p>
          <a:p>
            <a:r>
              <a:rPr lang="en-US" altLang="zh-CN" b="1" dirty="0">
                <a:solidFill>
                  <a:srgbClr val="0070C0"/>
                </a:solidFill>
              </a:rPr>
              <a:t>wait() </a:t>
            </a:r>
            <a:r>
              <a:rPr lang="en-GB" dirty="0"/>
              <a:t>suspends the execution of the calling process until one of its child processes terminates. </a:t>
            </a:r>
          </a:p>
          <a:p>
            <a:pPr lvl="1"/>
            <a:r>
              <a:rPr lang="en-GB" dirty="0"/>
              <a:t>When a child process terminates, </a:t>
            </a:r>
            <a:r>
              <a:rPr lang="en-US" altLang="zh-CN" b="1" dirty="0">
                <a:solidFill>
                  <a:srgbClr val="0070C0"/>
                </a:solidFill>
              </a:rPr>
              <a:t>wait() </a:t>
            </a:r>
            <a:r>
              <a:rPr lang="en-GB" dirty="0"/>
              <a:t>retrieves its termination status and allows the system to clean up the resources associated with that child. If the parent does not call </a:t>
            </a:r>
            <a:r>
              <a:rPr lang="en-US" altLang="zh-CN" b="1" dirty="0">
                <a:solidFill>
                  <a:srgbClr val="0070C0"/>
                </a:solidFill>
              </a:rPr>
              <a:t>wait()</a:t>
            </a:r>
            <a:r>
              <a:rPr lang="en-GB" dirty="0"/>
              <a:t> to collect the child's exit status, the child becomes a zombie process, which means its PCB persists in the process table, even though it is no longer running.</a:t>
            </a:r>
          </a:p>
          <a:p>
            <a:pPr lvl="2"/>
            <a:r>
              <a:rPr lang="en-GB" dirty="0"/>
              <a:t>While zombie processes do not consume processor or memory resources, they occupy entries in the process table. The process table is of finite size, and if too many zombie processes accumulate, it can prevent new processes from being created.</a:t>
            </a:r>
          </a:p>
          <a:p>
            <a:pPr lvl="1"/>
            <a:r>
              <a:rPr lang="en-GB" dirty="0"/>
              <a:t>If there are multiple child processes, </a:t>
            </a:r>
            <a:r>
              <a:rPr lang="en-US" altLang="zh-CN" b="1" dirty="0">
                <a:solidFill>
                  <a:srgbClr val="0070C0"/>
                </a:solidFill>
              </a:rPr>
              <a:t>wait() </a:t>
            </a:r>
            <a:r>
              <a:rPr lang="en-GB" dirty="0"/>
              <a:t>does not allow the parent to specify which child process to wait for. </a:t>
            </a:r>
            <a:r>
              <a:rPr lang="en-US" altLang="zh-CN" b="1" dirty="0" err="1">
                <a:solidFill>
                  <a:srgbClr val="0070C0"/>
                </a:solidFill>
              </a:rPr>
              <a:t>waitpid</a:t>
            </a:r>
            <a:r>
              <a:rPr lang="en-US" altLang="zh-CN" b="1" dirty="0">
                <a:solidFill>
                  <a:srgbClr val="0070C0"/>
                </a:solidFill>
              </a:rPr>
              <a:t>(</a:t>
            </a:r>
            <a:r>
              <a:rPr lang="en-US" altLang="zh-CN" b="1" dirty="0" err="1">
                <a:solidFill>
                  <a:srgbClr val="0070C0"/>
                </a:solidFill>
              </a:rPr>
              <a:t>pid</a:t>
            </a:r>
            <a:r>
              <a:rPr lang="en-US" altLang="zh-CN" b="1" dirty="0">
                <a:solidFill>
                  <a:srgbClr val="0070C0"/>
                </a:solidFill>
              </a:rPr>
              <a:t>) </a:t>
            </a:r>
            <a:r>
              <a:rPr lang="en-GB" dirty="0"/>
              <a:t>is an advanced version of wait. It allows the parent process to specify which child process (or group of processes) it wants to wait for.</a:t>
            </a:r>
            <a:endParaRPr lang="en-SE" dirty="0"/>
          </a:p>
        </p:txBody>
      </p:sp>
      <p:grpSp>
        <p:nvGrpSpPr>
          <p:cNvPr id="27" name="组合 11">
            <a:extLst>
              <a:ext uri="{FF2B5EF4-FFF2-40B4-BE49-F238E27FC236}">
                <a16:creationId xmlns:a16="http://schemas.microsoft.com/office/drawing/2014/main" id="{EFFFC8AF-5200-0D3B-2733-AEC35532CCF1}"/>
              </a:ext>
            </a:extLst>
          </p:cNvPr>
          <p:cNvGrpSpPr/>
          <p:nvPr/>
        </p:nvGrpSpPr>
        <p:grpSpPr>
          <a:xfrm>
            <a:off x="7243622" y="1683719"/>
            <a:ext cx="4823555" cy="2901249"/>
            <a:chOff x="1915098" y="2776248"/>
            <a:chExt cx="4823555" cy="2901249"/>
          </a:xfrm>
        </p:grpSpPr>
        <p:sp>
          <p:nvSpPr>
            <p:cNvPr id="28" name="圆角矩形 3">
              <a:extLst>
                <a:ext uri="{FF2B5EF4-FFF2-40B4-BE49-F238E27FC236}">
                  <a16:creationId xmlns:a16="http://schemas.microsoft.com/office/drawing/2014/main" id="{D9A7E296-9094-BFCC-9A29-6CD5104C3549}"/>
                </a:ext>
              </a:extLst>
            </p:cNvPr>
            <p:cNvSpPr/>
            <p:nvPr/>
          </p:nvSpPr>
          <p:spPr>
            <a:xfrm>
              <a:off x="3833869" y="2776248"/>
              <a:ext cx="980501" cy="484743"/>
            </a:xfrm>
            <a:prstGeom prst="roundRect">
              <a:avLst/>
            </a:prstGeom>
            <a:solidFill>
              <a:srgbClr val="43B7B0"/>
            </a:solidFill>
            <a:ln w="9525" cap="flat" cmpd="sng" algn="ctr">
              <a:noFill/>
              <a:prstDash val="solid"/>
            </a:ln>
            <a:effectLst>
              <a:outerShdw blurRad="114300" dist="12700" dir="5400000" rotWithShape="0">
                <a:srgbClr val="000000">
                  <a:alpha val="35000"/>
                </a:srgb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Parent</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9" name="圆角矩形 4">
              <a:extLst>
                <a:ext uri="{FF2B5EF4-FFF2-40B4-BE49-F238E27FC236}">
                  <a16:creationId xmlns:a16="http://schemas.microsoft.com/office/drawing/2014/main" id="{964AB1D7-6A4D-283C-2FD5-D903DC3B6361}"/>
                </a:ext>
              </a:extLst>
            </p:cNvPr>
            <p:cNvSpPr/>
            <p:nvPr/>
          </p:nvSpPr>
          <p:spPr>
            <a:xfrm>
              <a:off x="3833869" y="3600677"/>
              <a:ext cx="980501" cy="484743"/>
            </a:xfrm>
            <a:prstGeom prst="roundRect">
              <a:avLst/>
            </a:prstGeom>
            <a:solidFill>
              <a:srgbClr val="FFFFFF"/>
            </a:solidFill>
            <a:ln w="25400" cap="flat" cmpd="sng" algn="ctr">
              <a:solidFill>
                <a:srgbClr val="00000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a:ea typeface="黑体" panose="02010609060101010101" pitchFamily="49" charset="-122"/>
                  <a:cs typeface="+mn-cs"/>
                </a:rPr>
                <a:t>fork()</a:t>
              </a:r>
              <a:endParaRPr kumimoji="0" lang="en-US" sz="1800" b="0" i="0" u="none" strike="noStrike" kern="0" cap="none" spc="0" normalizeH="0" baseline="0" noProof="0" dirty="0">
                <a:ln>
                  <a:noFill/>
                </a:ln>
                <a:solidFill>
                  <a:srgbClr val="000000"/>
                </a:solidFill>
                <a:effectLst/>
                <a:uLnTx/>
                <a:uFillTx/>
                <a:latin typeface="Arial" panose="020B0604020202020204"/>
                <a:ea typeface="+mn-ea"/>
                <a:cs typeface="+mn-cs"/>
              </a:endParaRPr>
            </a:p>
          </p:txBody>
        </p:sp>
        <p:sp>
          <p:nvSpPr>
            <p:cNvPr id="30" name="圆角矩形 5">
              <a:extLst>
                <a:ext uri="{FF2B5EF4-FFF2-40B4-BE49-F238E27FC236}">
                  <a16:creationId xmlns:a16="http://schemas.microsoft.com/office/drawing/2014/main" id="{729E7C93-ECE0-004E-C2F2-BA45C512B226}"/>
                </a:ext>
              </a:extLst>
            </p:cNvPr>
            <p:cNvSpPr/>
            <p:nvPr/>
          </p:nvSpPr>
          <p:spPr>
            <a:xfrm>
              <a:off x="1915098" y="5192754"/>
              <a:ext cx="980501" cy="484743"/>
            </a:xfrm>
            <a:prstGeom prst="roundRect">
              <a:avLst/>
            </a:prstGeom>
            <a:solidFill>
              <a:srgbClr val="43B7B0"/>
            </a:solidFill>
            <a:ln w="9525" cap="flat" cmpd="sng" algn="ctr">
              <a:noFill/>
              <a:prstDash val="solid"/>
            </a:ln>
            <a:effectLst>
              <a:outerShdw blurRad="114300" dist="12700" dir="5400000" rotWithShape="0">
                <a:srgbClr val="000000">
                  <a:alpha val="35000"/>
                </a:srgb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Parent</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1" name="圆角矩形 6">
              <a:extLst>
                <a:ext uri="{FF2B5EF4-FFF2-40B4-BE49-F238E27FC236}">
                  <a16:creationId xmlns:a16="http://schemas.microsoft.com/office/drawing/2014/main" id="{4931CE79-59A8-200A-8FD1-0076EA56B8F7}"/>
                </a:ext>
              </a:extLst>
            </p:cNvPr>
            <p:cNvSpPr/>
            <p:nvPr/>
          </p:nvSpPr>
          <p:spPr>
            <a:xfrm>
              <a:off x="5758152" y="4355472"/>
              <a:ext cx="980501" cy="484743"/>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Child</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cxnSp>
          <p:nvCxnSpPr>
            <p:cNvPr id="32" name="直线箭头连接符 8">
              <a:extLst>
                <a:ext uri="{FF2B5EF4-FFF2-40B4-BE49-F238E27FC236}">
                  <a16:creationId xmlns:a16="http://schemas.microsoft.com/office/drawing/2014/main" id="{956871A9-EDCB-03F1-1EA5-B351A20CBA5C}"/>
                </a:ext>
              </a:extLst>
            </p:cNvPr>
            <p:cNvCxnSpPr>
              <a:stCxn id="28" idx="2"/>
              <a:endCxn id="29" idx="0"/>
            </p:cNvCxnSpPr>
            <p:nvPr/>
          </p:nvCxnSpPr>
          <p:spPr>
            <a:xfrm>
              <a:off x="4324120" y="3260991"/>
              <a:ext cx="0" cy="339686"/>
            </a:xfrm>
            <a:prstGeom prst="straightConnector1">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cxnSp>
          <p:nvCxnSpPr>
            <p:cNvPr id="33" name="曲线连接符 10">
              <a:extLst>
                <a:ext uri="{FF2B5EF4-FFF2-40B4-BE49-F238E27FC236}">
                  <a16:creationId xmlns:a16="http://schemas.microsoft.com/office/drawing/2014/main" id="{4C3310E4-7FE3-69BA-760E-55CBEB94D967}"/>
                </a:ext>
              </a:extLst>
            </p:cNvPr>
            <p:cNvCxnSpPr>
              <a:cxnSpLocks/>
              <a:stCxn id="29" idx="1"/>
              <a:endCxn id="35" idx="0"/>
            </p:cNvCxnSpPr>
            <p:nvPr/>
          </p:nvCxnSpPr>
          <p:spPr>
            <a:xfrm rot="10800000" flipV="1">
              <a:off x="2405349" y="3843048"/>
              <a:ext cx="1428520" cy="512423"/>
            </a:xfrm>
            <a:prstGeom prst="curvedConnector2">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cxnSp>
          <p:nvCxnSpPr>
            <p:cNvPr id="34" name="曲线连接符 12">
              <a:extLst>
                <a:ext uri="{FF2B5EF4-FFF2-40B4-BE49-F238E27FC236}">
                  <a16:creationId xmlns:a16="http://schemas.microsoft.com/office/drawing/2014/main" id="{4822B5D9-2A1C-B5F9-4E54-E106536D3212}"/>
                </a:ext>
              </a:extLst>
            </p:cNvPr>
            <p:cNvCxnSpPr>
              <a:stCxn id="29" idx="3"/>
              <a:endCxn id="31" idx="0"/>
            </p:cNvCxnSpPr>
            <p:nvPr/>
          </p:nvCxnSpPr>
          <p:spPr>
            <a:xfrm>
              <a:off x="4814370" y="3843049"/>
              <a:ext cx="1434033" cy="512423"/>
            </a:xfrm>
            <a:prstGeom prst="curvedConnector2">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sp>
          <p:nvSpPr>
            <p:cNvPr id="35" name="圆角矩形 9">
              <a:extLst>
                <a:ext uri="{FF2B5EF4-FFF2-40B4-BE49-F238E27FC236}">
                  <a16:creationId xmlns:a16="http://schemas.microsoft.com/office/drawing/2014/main" id="{B039C8C6-7DC1-6E0F-E01A-267BBDF8CDBB}"/>
                </a:ext>
              </a:extLst>
            </p:cNvPr>
            <p:cNvSpPr/>
            <p:nvPr/>
          </p:nvSpPr>
          <p:spPr>
            <a:xfrm>
              <a:off x="1915098" y="4355472"/>
              <a:ext cx="980501" cy="484743"/>
            </a:xfrm>
            <a:prstGeom prst="roundRect">
              <a:avLst/>
            </a:prstGeom>
            <a:solidFill>
              <a:srgbClr val="FFFFFF"/>
            </a:solidFill>
            <a:ln w="25400" cap="flat" cmpd="sng" algn="ctr">
              <a:solidFill>
                <a:srgbClr val="00000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000000"/>
                  </a:solidFill>
                  <a:effectLst/>
                  <a:uLnTx/>
                  <a:uFillTx/>
                  <a:latin typeface="Arial" panose="020B0604020202020204"/>
                  <a:ea typeface="黑体" panose="02010609060101010101" pitchFamily="49" charset="-122"/>
                  <a:cs typeface="+mn-cs"/>
                </a:rPr>
                <a:t>wait()</a:t>
              </a:r>
              <a:endParaRPr kumimoji="0" lang="en-US" sz="1800" b="0" i="0" u="none" strike="noStrike" kern="0" cap="none" spc="0" normalizeH="0" baseline="0" noProof="0" dirty="0">
                <a:ln>
                  <a:noFill/>
                </a:ln>
                <a:solidFill>
                  <a:srgbClr val="000000"/>
                </a:solidFill>
                <a:effectLst/>
                <a:uLnTx/>
                <a:uFillTx/>
                <a:latin typeface="Arial" panose="020B0604020202020204"/>
                <a:ea typeface="+mn-ea"/>
                <a:cs typeface="+mn-cs"/>
              </a:endParaRPr>
            </a:p>
          </p:txBody>
        </p:sp>
        <p:cxnSp>
          <p:nvCxnSpPr>
            <p:cNvPr id="36" name="直线箭头连接符 17">
              <a:extLst>
                <a:ext uri="{FF2B5EF4-FFF2-40B4-BE49-F238E27FC236}">
                  <a16:creationId xmlns:a16="http://schemas.microsoft.com/office/drawing/2014/main" id="{F6349095-3D57-9488-5BD3-B5664143170E}"/>
                </a:ext>
              </a:extLst>
            </p:cNvPr>
            <p:cNvCxnSpPr/>
            <p:nvPr/>
          </p:nvCxnSpPr>
          <p:spPr>
            <a:xfrm>
              <a:off x="2405348" y="4853068"/>
              <a:ext cx="0" cy="339686"/>
            </a:xfrm>
            <a:prstGeom prst="straightConnector1">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cxnSp>
          <p:nvCxnSpPr>
            <p:cNvPr id="37" name="直线箭头连接符 18">
              <a:extLst>
                <a:ext uri="{FF2B5EF4-FFF2-40B4-BE49-F238E27FC236}">
                  <a16:creationId xmlns:a16="http://schemas.microsoft.com/office/drawing/2014/main" id="{FB842763-B99C-338F-B254-35C9273087FE}"/>
                </a:ext>
              </a:extLst>
            </p:cNvPr>
            <p:cNvCxnSpPr>
              <a:cxnSpLocks/>
              <a:endCxn id="35" idx="3"/>
            </p:cNvCxnSpPr>
            <p:nvPr/>
          </p:nvCxnSpPr>
          <p:spPr>
            <a:xfrm flipH="1">
              <a:off x="2895599" y="4597843"/>
              <a:ext cx="2862553" cy="1"/>
            </a:xfrm>
            <a:prstGeom prst="straightConnector1">
              <a:avLst/>
            </a:prstGeom>
            <a:noFill/>
            <a:ln w="25400" cap="flat" cmpd="sng" algn="ctr">
              <a:solidFill>
                <a:srgbClr val="B6C8E9"/>
              </a:solidFill>
              <a:prstDash val="solid"/>
              <a:tailEnd type="triangle"/>
            </a:ln>
            <a:effectLst>
              <a:outerShdw blurRad="40000" dist="20000" dir="5400000" rotWithShape="0">
                <a:srgbClr val="000000">
                  <a:alpha val="38000"/>
                </a:srgbClr>
              </a:outerShdw>
            </a:effectLst>
          </p:spPr>
        </p:cxnSp>
      </p:grpSp>
    </p:spTree>
    <p:extLst>
      <p:ext uri="{BB962C8B-B14F-4D97-AF65-F5344CB8AC3E}">
        <p14:creationId xmlns:p14="http://schemas.microsoft.com/office/powerpoint/2010/main" val="27547481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2">
            <a:extLst>
              <a:ext uri="{FF2B5EF4-FFF2-40B4-BE49-F238E27FC236}">
                <a16:creationId xmlns:a16="http://schemas.microsoft.com/office/drawing/2014/main" id="{F0EAE45E-8690-958C-E7F2-434745B2CF83}"/>
              </a:ext>
            </a:extLst>
          </p:cNvPr>
          <p:cNvSpPr>
            <a:spLocks noGrp="1" noChangeArrowheads="1"/>
          </p:cNvSpPr>
          <p:nvPr>
            <p:ph type="title"/>
          </p:nvPr>
        </p:nvSpPr>
        <p:spPr/>
        <p:txBody>
          <a:bodyPr/>
          <a:lstStyle/>
          <a:p>
            <a:r>
              <a:rPr lang="en-US" altLang="en-SE"/>
              <a:t>L2 Summary</a:t>
            </a:r>
            <a:endParaRPr lang="en-US" altLang="en-SE" dirty="0"/>
          </a:p>
        </p:txBody>
      </p:sp>
      <p:sp>
        <p:nvSpPr>
          <p:cNvPr id="142339" name="Rectangle 3">
            <a:extLst>
              <a:ext uri="{FF2B5EF4-FFF2-40B4-BE49-F238E27FC236}">
                <a16:creationId xmlns:a16="http://schemas.microsoft.com/office/drawing/2014/main" id="{B7B9BAE2-5B77-4CA5-CCD1-DCB779806785}"/>
              </a:ext>
            </a:extLst>
          </p:cNvPr>
          <p:cNvSpPr>
            <a:spLocks noGrp="1" noChangeArrowheads="1"/>
          </p:cNvSpPr>
          <p:nvPr>
            <p:ph type="body" idx="1"/>
          </p:nvPr>
        </p:nvSpPr>
        <p:spPr>
          <a:xfrm>
            <a:off x="1088020" y="1066800"/>
            <a:ext cx="10359342" cy="4953000"/>
          </a:xfrm>
        </p:spPr>
        <p:txBody>
          <a:bodyPr/>
          <a:lstStyle/>
          <a:p>
            <a:r>
              <a:rPr lang="en-US" dirty="0"/>
              <a:t>Processes</a:t>
            </a:r>
          </a:p>
          <a:p>
            <a:pPr lvl="1"/>
            <a:r>
              <a:rPr lang="en-US" dirty="0"/>
              <a:t>In</a:t>
            </a:r>
            <a:r>
              <a:rPr lang="zh-CN" altLang="en-US" dirty="0"/>
              <a:t> </a:t>
            </a:r>
            <a:r>
              <a:rPr lang="en-US" altLang="zh-CN" dirty="0"/>
              <a:t>OS,</a:t>
            </a:r>
            <a:r>
              <a:rPr lang="zh-CN" altLang="en-US" dirty="0"/>
              <a:t> </a:t>
            </a:r>
            <a:r>
              <a:rPr lang="en-US" altLang="zh-CN" dirty="0"/>
              <a:t>process</a:t>
            </a:r>
            <a:r>
              <a:rPr lang="zh-CN" altLang="en-US" dirty="0"/>
              <a:t> </a:t>
            </a:r>
            <a:r>
              <a:rPr lang="en-US" altLang="zh-CN" dirty="0"/>
              <a:t>is</a:t>
            </a:r>
            <a:r>
              <a:rPr lang="zh-CN" altLang="en-US" dirty="0"/>
              <a:t> </a:t>
            </a:r>
            <a:r>
              <a:rPr lang="en-US" altLang="zh-CN" dirty="0"/>
              <a:t>a</a:t>
            </a:r>
            <a:r>
              <a:rPr lang="zh-CN" altLang="en-US" dirty="0"/>
              <a:t> </a:t>
            </a:r>
            <a:r>
              <a:rPr lang="en-US" altLang="zh-CN" dirty="0"/>
              <a:t>running</a:t>
            </a:r>
            <a:r>
              <a:rPr lang="zh-CN" altLang="en-US" dirty="0"/>
              <a:t> </a:t>
            </a:r>
            <a:r>
              <a:rPr lang="en-US" altLang="zh-CN" dirty="0"/>
              <a:t>program</a:t>
            </a:r>
            <a:r>
              <a:rPr lang="zh-CN" altLang="en-US" dirty="0"/>
              <a:t> </a:t>
            </a:r>
            <a:r>
              <a:rPr lang="en-US" altLang="zh-CN" dirty="0"/>
              <a:t>and</a:t>
            </a:r>
            <a:r>
              <a:rPr lang="zh-CN" altLang="en-US" dirty="0"/>
              <a:t> </a:t>
            </a:r>
            <a:r>
              <a:rPr lang="en-US" altLang="zh-CN" dirty="0"/>
              <a:t>has</a:t>
            </a:r>
            <a:r>
              <a:rPr lang="zh-CN" altLang="en-US" dirty="0"/>
              <a:t> </a:t>
            </a:r>
            <a:r>
              <a:rPr lang="en-US" altLang="zh-CN" dirty="0"/>
              <a:t>an</a:t>
            </a:r>
            <a:r>
              <a:rPr lang="zh-CN" altLang="en-US" dirty="0"/>
              <a:t> </a:t>
            </a:r>
            <a:r>
              <a:rPr lang="en-US" altLang="zh-CN" dirty="0"/>
              <a:t>address</a:t>
            </a:r>
            <a:r>
              <a:rPr lang="zh-CN" altLang="en-US" dirty="0"/>
              <a:t> </a:t>
            </a:r>
            <a:r>
              <a:rPr lang="en-US" altLang="zh-CN" dirty="0"/>
              <a:t>space</a:t>
            </a:r>
          </a:p>
          <a:p>
            <a:pPr lvl="1"/>
            <a:r>
              <a:rPr lang="en-US" altLang="zh-CN" dirty="0"/>
              <a:t>We</a:t>
            </a:r>
            <a:r>
              <a:rPr lang="zh-CN" altLang="en-US" dirty="0"/>
              <a:t> </a:t>
            </a:r>
            <a:r>
              <a:rPr lang="en-US" altLang="zh-CN" dirty="0"/>
              <a:t>use</a:t>
            </a:r>
            <a:r>
              <a:rPr lang="zh-CN" altLang="en-US" dirty="0"/>
              <a:t> </a:t>
            </a:r>
            <a:r>
              <a:rPr lang="en-US" altLang="zh-CN" dirty="0"/>
              <a:t>process</a:t>
            </a:r>
            <a:r>
              <a:rPr lang="zh-CN" altLang="en-US" dirty="0"/>
              <a:t> </a:t>
            </a:r>
            <a:r>
              <a:rPr lang="en-US" altLang="zh-CN" dirty="0"/>
              <a:t>API</a:t>
            </a:r>
            <a:r>
              <a:rPr lang="zh-CN" altLang="en-US" dirty="0"/>
              <a:t> </a:t>
            </a:r>
            <a:r>
              <a:rPr lang="en-US" altLang="zh-CN" dirty="0"/>
              <a:t>to</a:t>
            </a:r>
            <a:r>
              <a:rPr lang="zh-CN" altLang="en-US" dirty="0"/>
              <a:t> </a:t>
            </a:r>
            <a:r>
              <a:rPr lang="en-US" altLang="zh-CN" dirty="0"/>
              <a:t>create</a:t>
            </a:r>
            <a:r>
              <a:rPr lang="zh-CN" altLang="en-US" dirty="0"/>
              <a:t> </a:t>
            </a:r>
            <a:r>
              <a:rPr lang="en-US" altLang="zh-CN" dirty="0"/>
              <a:t>and</a:t>
            </a:r>
            <a:r>
              <a:rPr lang="zh-CN" altLang="en-US" dirty="0"/>
              <a:t> </a:t>
            </a:r>
            <a:r>
              <a:rPr lang="en-US" altLang="zh-CN" dirty="0"/>
              <a:t>manage</a:t>
            </a:r>
            <a:r>
              <a:rPr lang="zh-CN" altLang="en-US" dirty="0"/>
              <a:t> </a:t>
            </a:r>
            <a:r>
              <a:rPr lang="en-US" altLang="zh-CN" dirty="0"/>
              <a:t>processes</a:t>
            </a:r>
          </a:p>
          <a:p>
            <a:pPr lvl="1"/>
            <a:r>
              <a:rPr lang="en-GB" altLang="zh-CN" dirty="0"/>
              <a:t>f</a:t>
            </a:r>
            <a:r>
              <a:rPr lang="en-US" altLang="zh-CN" dirty="0"/>
              <a:t>ork()</a:t>
            </a:r>
            <a:r>
              <a:rPr lang="zh-CN" altLang="en-US" dirty="0"/>
              <a:t> </a:t>
            </a:r>
            <a:r>
              <a:rPr lang="en-US" altLang="zh-CN" dirty="0"/>
              <a:t>to</a:t>
            </a:r>
            <a:r>
              <a:rPr lang="zh-CN" altLang="en-US" dirty="0"/>
              <a:t> </a:t>
            </a:r>
            <a:r>
              <a:rPr lang="en-US" altLang="zh-CN" dirty="0"/>
              <a:t>duplicate</a:t>
            </a:r>
            <a:r>
              <a:rPr lang="zh-CN" altLang="en-US" dirty="0"/>
              <a:t> </a:t>
            </a:r>
            <a:r>
              <a:rPr lang="en-US" altLang="zh-CN" dirty="0"/>
              <a:t>a</a:t>
            </a:r>
            <a:r>
              <a:rPr lang="zh-CN" altLang="en-US" dirty="0"/>
              <a:t> </a:t>
            </a:r>
            <a:r>
              <a:rPr lang="en-US" altLang="zh-CN" dirty="0"/>
              <a:t>process,</a:t>
            </a:r>
            <a:r>
              <a:rPr lang="zh-CN" altLang="en-US" dirty="0"/>
              <a:t> </a:t>
            </a:r>
            <a:r>
              <a:rPr lang="en-US" altLang="zh-CN" dirty="0"/>
              <a:t>exec()</a:t>
            </a:r>
            <a:r>
              <a:rPr lang="zh-CN" altLang="en-US" dirty="0"/>
              <a:t> </a:t>
            </a:r>
            <a:r>
              <a:rPr lang="en-US" altLang="zh-CN" dirty="0"/>
              <a:t>to</a:t>
            </a:r>
            <a:r>
              <a:rPr lang="zh-CN" altLang="en-US" dirty="0"/>
              <a:t> </a:t>
            </a:r>
            <a:r>
              <a:rPr lang="en-US" altLang="zh-CN" dirty="0"/>
              <a:t>replace</a:t>
            </a:r>
            <a:r>
              <a:rPr lang="zh-CN" altLang="en-US" dirty="0"/>
              <a:t> </a:t>
            </a:r>
            <a:r>
              <a:rPr lang="en-US" altLang="zh-CN" dirty="0"/>
              <a:t>the</a:t>
            </a:r>
            <a:r>
              <a:rPr lang="zh-CN" altLang="en-US" dirty="0"/>
              <a:t> </a:t>
            </a:r>
            <a:r>
              <a:rPr lang="en-US" altLang="zh-CN" dirty="0"/>
              <a:t>command</a:t>
            </a:r>
          </a:p>
          <a:p>
            <a:r>
              <a:rPr lang="en-US" altLang="en-SE" dirty="0"/>
              <a:t>Threads:</a:t>
            </a:r>
          </a:p>
          <a:p>
            <a:pPr lvl="1"/>
            <a:r>
              <a:rPr lang="en-US" altLang="en-SE" dirty="0"/>
              <a:t>Multiple threads per process / address space</a:t>
            </a:r>
          </a:p>
          <a:p>
            <a:pPr lvl="1"/>
            <a:r>
              <a:rPr lang="en-US" altLang="en-SE" dirty="0"/>
              <a:t>Kernel threads are much more efficient than processes, but they’re still not cheap</a:t>
            </a:r>
          </a:p>
          <a:p>
            <a:pPr lvl="1"/>
            <a:r>
              <a:rPr lang="en-US" altLang="en-SE" dirty="0"/>
              <a:t>User-level threads are very efficient</a:t>
            </a: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92500"/>
          </a:bodyPr>
          <a:lstStyle/>
          <a:p>
            <a:pPr>
              <a:spcBef>
                <a:spcPct val="25000"/>
              </a:spcBef>
            </a:pPr>
            <a:r>
              <a:rPr lang="en-US" altLang="ko-KR" dirty="0">
                <a:ea typeface="굴림" panose="020B0600000101010101" pitchFamily="34" charset="-127"/>
              </a:rPr>
              <a:t>Semaphores were proposed by a Dutch computer scientist Dijkstra in late 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8</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0"/>
              <a:ext cx="1700982" cy="1573162"/>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6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6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600" dirty="0"/>
                <a:t>Resource</a:t>
              </a:r>
              <a:r>
                <a:rPr lang="zh-CN" altLang="en-US" sz="1600" dirty="0"/>
                <a:t> </a:t>
              </a:r>
              <a:r>
                <a:rPr lang="en-US" altLang="zh-CN" sz="1600" dirty="0"/>
                <a:t>1</a:t>
              </a:r>
              <a:endParaRPr lang="en-US" sz="16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600" dirty="0"/>
                <a:t>Resource</a:t>
              </a:r>
              <a:r>
                <a:rPr lang="zh-CN" altLang="en-US" sz="1600" dirty="0"/>
                <a:t> </a:t>
              </a:r>
              <a:r>
                <a:rPr lang="en-US" altLang="zh-CN" sz="1600"/>
                <a:t>2</a:t>
              </a:r>
              <a:endParaRPr lang="en-US" altLang="zh-CN" sz="1600" dirty="0"/>
            </a:p>
          </p:txBody>
        </p:sp>
        <p:cxnSp>
          <p:nvCxnSpPr>
            <p:cNvPr id="10" name="曲线连接符 9">
              <a:extLst>
                <a:ext uri="{FF2B5EF4-FFF2-40B4-BE49-F238E27FC236}">
                  <a16:creationId xmlns:a16="http://schemas.microsoft.com/office/drawing/2014/main" id="{FE176D05-338C-AF67-D401-CD7057E28ED5}"/>
                </a:ext>
              </a:extLst>
            </p:cNvPr>
            <p:cNvCxnSpPr>
              <a:cxnSpLocks/>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processes are said to be in a deadlock state when every process in the set is waiting for an event that can be caused only by another process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process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processes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processes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processes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process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
        <p:nvSpPr>
          <p:cNvPr id="16" name="TextBox 15">
            <a:extLst>
              <a:ext uri="{FF2B5EF4-FFF2-40B4-BE49-F238E27FC236}">
                <a16:creationId xmlns:a16="http://schemas.microsoft.com/office/drawing/2014/main" id="{986F804C-1C5B-A4DC-621A-94C12A1E1C15}"/>
              </a:ext>
            </a:extLst>
          </p:cNvPr>
          <p:cNvSpPr txBox="1"/>
          <p:nvPr/>
        </p:nvSpPr>
        <p:spPr>
          <a:xfrm>
            <a:off x="7103585" y="1825701"/>
            <a:ext cx="1447800" cy="369332"/>
          </a:xfrm>
          <a:prstGeom prst="rect">
            <a:avLst/>
          </a:prstGeom>
          <a:noFill/>
        </p:spPr>
        <p:txBody>
          <a:bodyPr wrap="square">
            <a:spAutoFit/>
          </a:bodyPr>
          <a:lstStyle/>
          <a:p>
            <a:pPr algn="ctr"/>
            <a:r>
              <a:rPr lang="en-US" altLang="zh-CN" sz="1800" dirty="0"/>
              <a:t>process</a:t>
            </a:r>
            <a:r>
              <a:rPr lang="zh-CN" altLang="en-US" sz="1800" dirty="0"/>
              <a:t> </a:t>
            </a:r>
            <a:r>
              <a:rPr lang="en-US" altLang="zh-CN" sz="1800" dirty="0"/>
              <a:t>1</a:t>
            </a:r>
            <a:endParaRPr lang="en-US" sz="1800" dirty="0"/>
          </a:p>
        </p:txBody>
      </p:sp>
      <p:sp>
        <p:nvSpPr>
          <p:cNvPr id="19" name="TextBox 18">
            <a:extLst>
              <a:ext uri="{FF2B5EF4-FFF2-40B4-BE49-F238E27FC236}">
                <a16:creationId xmlns:a16="http://schemas.microsoft.com/office/drawing/2014/main" id="{28DE870A-E644-73BE-5AE9-F059D2187BCB}"/>
              </a:ext>
            </a:extLst>
          </p:cNvPr>
          <p:cNvSpPr txBox="1"/>
          <p:nvPr/>
        </p:nvSpPr>
        <p:spPr>
          <a:xfrm>
            <a:off x="10776171" y="1756995"/>
            <a:ext cx="1447800" cy="369332"/>
          </a:xfrm>
          <a:prstGeom prst="rect">
            <a:avLst/>
          </a:prstGeom>
          <a:noFill/>
        </p:spPr>
        <p:txBody>
          <a:bodyPr wrap="square">
            <a:spAutoFit/>
          </a:bodyPr>
          <a:lstStyle/>
          <a:p>
            <a:pPr algn="ctr"/>
            <a:r>
              <a:rPr lang="en-US" altLang="zh-CN" sz="1800" dirty="0"/>
              <a:t>process</a:t>
            </a:r>
            <a:r>
              <a:rPr lang="zh-CN" altLang="en-US" sz="1800" dirty="0"/>
              <a:t> </a:t>
            </a:r>
            <a:r>
              <a:rPr lang="en-US" altLang="zh-CN" sz="1800" dirty="0"/>
              <a:t>2</a:t>
            </a:r>
            <a:endParaRPr lang="en-US" sz="1800" dirty="0"/>
          </a:p>
        </p:txBody>
      </p:sp>
    </p:spTree>
    <p:extLst>
      <p:ext uri="{BB962C8B-B14F-4D97-AF65-F5344CB8AC3E}">
        <p14:creationId xmlns:p14="http://schemas.microsoft.com/office/powerpoint/2010/main" val="7217702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p:cNvSpPr>
            <a:spLocks noGrp="1" noChangeArrowheads="1"/>
          </p:cNvSpPr>
          <p:nvPr>
            <p:ph type="title"/>
          </p:nvPr>
        </p:nvSpPr>
        <p:spPr>
          <a:xfrm>
            <a:off x="1943100" y="-228600"/>
            <a:ext cx="8305800" cy="1143000"/>
          </a:xfrm>
        </p:spPr>
        <p:txBody>
          <a:bodyPr/>
          <a:lstStyle/>
          <a:p>
            <a:pPr eaLnBrk="1" hangingPunct="1"/>
            <a:r>
              <a:rPr lang="en-US" altLang="zh-CN" sz="4000" dirty="0">
                <a:ea typeface="宋体" charset="-122"/>
              </a:rPr>
              <a:t>Banker's algorithm: preliminaries</a:t>
            </a:r>
          </a:p>
        </p:txBody>
      </p:sp>
      <p:sp>
        <p:nvSpPr>
          <p:cNvPr id="18437" name="Rectangle 3"/>
          <p:cNvSpPr>
            <a:spLocks noGrp="1" noChangeArrowheads="1"/>
          </p:cNvSpPr>
          <p:nvPr>
            <p:ph type="body" idx="1"/>
          </p:nvPr>
        </p:nvSpPr>
        <p:spPr>
          <a:xfrm>
            <a:off x="914400" y="934156"/>
            <a:ext cx="10363200" cy="4302125"/>
          </a:xfrm>
        </p:spPr>
        <p:txBody>
          <a:bodyPr/>
          <a:lstStyle/>
          <a:p>
            <a:r>
              <a:rPr lang="en-US" altLang="zh-CN" sz="2800" dirty="0"/>
              <a:t>Compute </a:t>
            </a:r>
            <a:r>
              <a:rPr lang="en-US" altLang="zh-CN" sz="2800" i="1" dirty="0">
                <a:ea typeface="宋体" charset="-122"/>
              </a:rPr>
              <a:t>Need = Max – Allocation</a:t>
            </a:r>
            <a:endParaRPr lang="en-US" sz="2800" dirty="0"/>
          </a:p>
          <a:p>
            <a:pPr eaLnBrk="1" hangingPunct="1"/>
            <a:r>
              <a:rPr lang="en-US" altLang="zh-CN" sz="2800" dirty="0">
                <a:ea typeface="宋体" charset="-122"/>
              </a:rPr>
              <a:t>To determine if a process </a:t>
            </a:r>
            <a:r>
              <a:rPr lang="en-US" altLang="zh-CN" sz="2800" i="1" dirty="0">
                <a:ea typeface="宋体" charset="-122"/>
              </a:rPr>
              <a:t>i </a:t>
            </a:r>
            <a:r>
              <a:rPr lang="en-US" altLang="zh-CN" sz="2800" dirty="0">
                <a:ea typeface="宋体" charset="-122"/>
              </a:rPr>
              <a:t>can run to completion, compare two vectors:</a:t>
            </a:r>
          </a:p>
          <a:p>
            <a:pPr lvl="1"/>
            <a:r>
              <a:rPr lang="en-US" altLang="zh-CN" sz="2400" i="1" dirty="0">
                <a:ea typeface="宋体" charset="-122"/>
              </a:rPr>
              <a:t>(</a:t>
            </a:r>
            <a:r>
              <a:rPr lang="en-US" altLang="zh-CN" i="1" dirty="0">
                <a:ea typeface="宋体" charset="-122"/>
              </a:rPr>
              <a:t>Need</a:t>
            </a:r>
            <a:r>
              <a:rPr lang="en-US" altLang="zh-CN" sz="2400" i="1" dirty="0">
                <a:ea typeface="宋体" charset="-122"/>
              </a:rPr>
              <a:t>)</a:t>
            </a:r>
            <a:r>
              <a:rPr lang="en-US" altLang="zh-CN" sz="2400" i="1" baseline="-25000" dirty="0">
                <a:ea typeface="宋体" charset="-122"/>
              </a:rPr>
              <a:t>i</a:t>
            </a:r>
            <a:r>
              <a:rPr lang="en-US" altLang="zh-CN" sz="2400" dirty="0">
                <a:ea typeface="宋体" charset="-122"/>
              </a:rPr>
              <a:t>: row </a:t>
            </a:r>
            <a:r>
              <a:rPr lang="en-US" altLang="zh-CN" sz="2400" i="1" dirty="0">
                <a:ea typeface="宋体" charset="-122"/>
              </a:rPr>
              <a:t>i</a:t>
            </a:r>
            <a:r>
              <a:rPr lang="en-US" altLang="zh-CN" sz="2400" dirty="0">
                <a:ea typeface="宋体" charset="-122"/>
              </a:rPr>
              <a:t> in the Need Matrix of unmet resource needs</a:t>
            </a:r>
          </a:p>
          <a:p>
            <a:pPr lvl="1"/>
            <a:r>
              <a:rPr lang="en-US" altLang="zh-CN" sz="2400" dirty="0">
                <a:ea typeface="宋体" charset="-122"/>
              </a:rPr>
              <a:t>A: available resources vector </a:t>
            </a:r>
            <a:r>
              <a:rPr lang="en-US" altLang="zh-CN" sz="2400" i="1" dirty="0">
                <a:ea typeface="宋体" charset="-122"/>
              </a:rPr>
              <a:t>A</a:t>
            </a:r>
          </a:p>
          <a:p>
            <a:pPr lvl="1"/>
            <a:r>
              <a:rPr lang="en-US" altLang="zh-CN" sz="2400" i="1" dirty="0">
                <a:ea typeface="宋体" charset="-122"/>
              </a:rPr>
              <a:t>(</a:t>
            </a:r>
            <a:r>
              <a:rPr lang="en-US" altLang="zh-CN" i="1" dirty="0">
                <a:ea typeface="宋体" charset="-122"/>
              </a:rPr>
              <a:t>Need</a:t>
            </a:r>
            <a:r>
              <a:rPr lang="en-US" altLang="zh-CN" sz="2400" i="1" dirty="0">
                <a:ea typeface="宋体" charset="-122"/>
              </a:rPr>
              <a:t>)</a:t>
            </a:r>
            <a:r>
              <a:rPr lang="en-US" altLang="zh-CN" sz="2400" i="1" baseline="-25000" dirty="0">
                <a:ea typeface="宋体" charset="-122"/>
              </a:rPr>
              <a:t>i </a:t>
            </a:r>
            <a:r>
              <a:rPr lang="en-US" altLang="zh-CN" sz="2400" i="1" dirty="0">
                <a:ea typeface="宋体" charset="-122"/>
              </a:rPr>
              <a:t>&lt;= A</a:t>
            </a:r>
            <a:r>
              <a:rPr lang="en-US" altLang="zh-CN" sz="2400" dirty="0">
                <a:ea typeface="宋体" charset="-122"/>
              </a:rPr>
              <a:t> if </a:t>
            </a:r>
            <a:r>
              <a:rPr lang="en-US" altLang="zh-CN" i="1" dirty="0" err="1">
                <a:ea typeface="宋体" charset="-122"/>
              </a:rPr>
              <a:t>Need</a:t>
            </a:r>
            <a:r>
              <a:rPr lang="en-US" altLang="zh-CN" sz="2400" i="1" baseline="-25000" dirty="0" err="1">
                <a:ea typeface="宋体" charset="-122"/>
              </a:rPr>
              <a:t>ij</a:t>
            </a:r>
            <a:r>
              <a:rPr lang="en-US" altLang="zh-CN" sz="2400" i="1" baseline="-25000" dirty="0">
                <a:ea typeface="宋体" charset="-122"/>
              </a:rPr>
              <a:t> </a:t>
            </a:r>
            <a:r>
              <a:rPr lang="en-US" altLang="zh-CN" sz="2400" i="1" dirty="0">
                <a:ea typeface="宋体" charset="-122"/>
              </a:rPr>
              <a:t>&lt;= A</a:t>
            </a:r>
            <a:r>
              <a:rPr lang="en-US" altLang="zh-CN" sz="2400" i="1" baseline="-25000" dirty="0">
                <a:ea typeface="宋体" charset="-122"/>
              </a:rPr>
              <a:t>j</a:t>
            </a:r>
            <a:r>
              <a:rPr lang="en-US" altLang="zh-CN" sz="2400" baseline="-25000" dirty="0">
                <a:ea typeface="宋体" charset="-122"/>
              </a:rPr>
              <a:t>   </a:t>
            </a:r>
            <a:r>
              <a:rPr lang="en-US" altLang="zh-CN" sz="2400" dirty="0">
                <a:ea typeface="宋体" charset="-122"/>
              </a:rPr>
              <a:t>for all resource types </a:t>
            </a:r>
            <a:r>
              <a:rPr lang="en-US" altLang="zh-CN" sz="2400" i="1" dirty="0">
                <a:ea typeface="宋体" charset="-122"/>
              </a:rPr>
              <a:t>j</a:t>
            </a:r>
          </a:p>
          <a:p>
            <a:pPr lvl="1" eaLnBrk="1" hangingPunct="1"/>
            <a:endParaRPr lang="en-US" altLang="zh-CN" sz="2400" dirty="0">
              <a:ea typeface="宋体" charset="-122"/>
            </a:endParaRP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Banker’s algorithm</a:t>
            </a:r>
          </a:p>
        </p:txBody>
      </p:sp>
      <p:sp>
        <p:nvSpPr>
          <p:cNvPr id="3" name="Content Placeholder 2"/>
          <p:cNvSpPr>
            <a:spLocks noGrp="1"/>
          </p:cNvSpPr>
          <p:nvPr>
            <p:ph idx="1"/>
          </p:nvPr>
        </p:nvSpPr>
        <p:spPr/>
        <p:txBody>
          <a:bodyPr>
            <a:normAutofit/>
          </a:bodyPr>
          <a:lstStyle/>
          <a:p>
            <a:pPr>
              <a:buNone/>
            </a:pPr>
            <a:r>
              <a:rPr lang="en-US" dirty="0"/>
              <a:t>Algorithm </a:t>
            </a:r>
            <a:r>
              <a:rPr lang="en-US" dirty="0" err="1"/>
              <a:t>CheckSafety</a:t>
            </a:r>
            <a:r>
              <a:rPr lang="en-US" dirty="0"/>
              <a:t>() for checking to see if a state is safe:</a:t>
            </a:r>
          </a:p>
          <a:p>
            <a:pPr>
              <a:buFontTx/>
              <a:buAutoNum type="arabicPeriod"/>
            </a:pPr>
            <a:r>
              <a:rPr lang="en-US" altLang="zh-CN" sz="2800" dirty="0"/>
              <a:t> Compute </a:t>
            </a:r>
            <a:r>
              <a:rPr lang="en-US" altLang="zh-CN" sz="2800" i="1" dirty="0">
                <a:ea typeface="宋体" charset="-122"/>
              </a:rPr>
              <a:t>Need = Max – Allocation</a:t>
            </a:r>
            <a:endParaRPr lang="en-US" sz="2800" dirty="0"/>
          </a:p>
          <a:p>
            <a:pPr>
              <a:buFontTx/>
              <a:buAutoNum type="arabicPeriod"/>
            </a:pPr>
            <a:r>
              <a:rPr lang="en-US" dirty="0"/>
              <a:t> Look for a </a:t>
            </a:r>
            <a:r>
              <a:rPr lang="en-US" altLang="zh-CN" dirty="0">
                <a:ea typeface="宋体" charset="-122"/>
              </a:rPr>
              <a:t>process </a:t>
            </a:r>
            <a:r>
              <a:rPr lang="en-US" altLang="zh-CN" i="1" dirty="0">
                <a:ea typeface="宋体" charset="-122"/>
              </a:rPr>
              <a:t>i</a:t>
            </a:r>
            <a:r>
              <a:rPr lang="en-US" altLang="zh-CN" dirty="0">
                <a:ea typeface="宋体" charset="-122"/>
              </a:rPr>
              <a:t> that can run to completion by </a:t>
            </a:r>
            <a:r>
              <a:rPr lang="en-US" dirty="0"/>
              <a:t>finding an unmarked ro</a:t>
            </a:r>
            <a:r>
              <a:rPr lang="en-US" altLang="zh-CN" dirty="0">
                <a:ea typeface="宋体" charset="-122"/>
              </a:rPr>
              <a:t>w </a:t>
            </a:r>
            <a:r>
              <a:rPr lang="en-US" altLang="zh-CN" i="1" dirty="0">
                <a:ea typeface="宋体" charset="-122"/>
              </a:rPr>
              <a:t>i</a:t>
            </a:r>
            <a:r>
              <a:rPr lang="en-US" altLang="zh-CN" dirty="0">
                <a:ea typeface="宋体" charset="-122"/>
              </a:rPr>
              <a:t> with </a:t>
            </a:r>
            <a:r>
              <a:rPr lang="en-US" altLang="zh-CN" i="1" dirty="0">
                <a:ea typeface="宋体" charset="-122"/>
              </a:rPr>
              <a:t>(Need)</a:t>
            </a:r>
            <a:r>
              <a:rPr lang="en-US" altLang="zh-CN" i="1" baseline="-25000" dirty="0">
                <a:ea typeface="宋体" charset="-122"/>
              </a:rPr>
              <a:t>i</a:t>
            </a:r>
            <a:r>
              <a:rPr lang="en-US" altLang="zh-CN" i="1" dirty="0">
                <a:ea typeface="宋体" charset="-122"/>
              </a:rPr>
              <a:t> ≤ A</a:t>
            </a:r>
            <a:r>
              <a:rPr lang="en-US" altLang="zh-CN" dirty="0">
                <a:ea typeface="宋体" charset="-122"/>
              </a:rPr>
              <a:t>. </a:t>
            </a:r>
            <a:r>
              <a:rPr lang="en-US" dirty="0"/>
              <a:t>If no such row exists, system will eventually deadlock since no process can run to completion</a:t>
            </a:r>
          </a:p>
          <a:p>
            <a:pPr>
              <a:buFontTx/>
              <a:buAutoNum type="arabicPeriod"/>
            </a:pPr>
            <a:r>
              <a:rPr lang="en-US" dirty="0"/>
              <a:t> Assume process </a:t>
            </a:r>
            <a:r>
              <a:rPr lang="en-US" i="1" dirty="0"/>
              <a:t>i</a:t>
            </a:r>
            <a:r>
              <a:rPr lang="en-US" dirty="0"/>
              <a:t> requests all resources it needs and finishes. Mark process </a:t>
            </a:r>
            <a:r>
              <a:rPr lang="en-US" i="1" dirty="0"/>
              <a:t>i</a:t>
            </a:r>
            <a:r>
              <a:rPr lang="en-US" dirty="0"/>
              <a:t> as completed, free all its resources and add the </a:t>
            </a:r>
            <a:r>
              <a:rPr lang="en-US" i="1" dirty="0"/>
              <a:t>i-</a:t>
            </a:r>
            <a:r>
              <a:rPr lang="en-US" i="1" dirty="0" err="1"/>
              <a:t>th</a:t>
            </a:r>
            <a:r>
              <a:rPr lang="en-US" dirty="0"/>
              <a:t> row of </a:t>
            </a:r>
            <a:r>
              <a:rPr lang="en-US" i="1" dirty="0"/>
              <a:t>Allocation</a:t>
            </a:r>
            <a:r>
              <a:rPr lang="en-US" dirty="0"/>
              <a:t> to the </a:t>
            </a:r>
            <a:r>
              <a:rPr lang="en-US" i="1" dirty="0"/>
              <a:t>Available</a:t>
            </a:r>
            <a:r>
              <a:rPr lang="en-US" dirty="0"/>
              <a:t> vector</a:t>
            </a:r>
          </a:p>
          <a:p>
            <a:pPr>
              <a:buFontTx/>
              <a:buAutoNum type="arabicPeriod"/>
            </a:pPr>
            <a:r>
              <a:rPr lang="en-US" dirty="0"/>
              <a:t> Repeat steps 2 and 3 until either all processes are marked as completed (initial state is safe), or no process is left whose resource needs can be met (there is a deadlock, so initial state is unsafe).</a:t>
            </a:r>
          </a:p>
          <a:p>
            <a:endParaRPr lang="en-US" dirty="0"/>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p:txBody>
          <a:bodyPr/>
          <a:lstStyle/>
          <a:p>
            <a:pPr eaLnBrk="1" hangingPunct="1"/>
            <a:r>
              <a:rPr lang="en-US" altLang="zh-CN" dirty="0">
                <a:ea typeface="宋体" charset="-122"/>
              </a:rPr>
              <a:t>Video tutorial of Banker's algorithm I</a:t>
            </a:r>
          </a:p>
        </p:txBody>
      </p:sp>
      <p:sp>
        <p:nvSpPr>
          <p:cNvPr id="21509" name="Rectangle 3"/>
          <p:cNvSpPr>
            <a:spLocks noGrp="1" noChangeArrowheads="1"/>
          </p:cNvSpPr>
          <p:nvPr>
            <p:ph type="body" idx="1"/>
          </p:nvPr>
        </p:nvSpPr>
        <p:spPr/>
        <p:txBody>
          <a:bodyPr>
            <a:normAutofit/>
          </a:bodyPr>
          <a:lstStyle/>
          <a:p>
            <a:pPr eaLnBrk="1" hangingPunct="1">
              <a:lnSpc>
                <a:spcPct val="90000"/>
              </a:lnSpc>
            </a:pPr>
            <a:r>
              <a:rPr lang="en-US" altLang="zh-CN" sz="2400" dirty="0">
                <a:ea typeface="宋体" charset="-122"/>
              </a:rPr>
              <a:t>Deadlock avoidance </a:t>
            </a:r>
            <a:r>
              <a:rPr lang="en-US" altLang="zh-CN" sz="2400" dirty="0">
                <a:ea typeface="宋体" charset="-122"/>
                <a:hlinkClick r:id="rId2"/>
              </a:rPr>
              <a:t>https://www.youtube.com/watch?v=AvPjOyeJbBM</a:t>
            </a:r>
            <a:endParaRPr lang="en-US" altLang="zh-CN" sz="2400" dirty="0">
              <a:ea typeface="宋体" charset="-122"/>
            </a:endParaRPr>
          </a:p>
          <a:p>
            <a:pPr eaLnBrk="1" hangingPunct="1">
              <a:lnSpc>
                <a:spcPct val="90000"/>
              </a:lnSpc>
            </a:pPr>
            <a:r>
              <a:rPr lang="en-US" altLang="zh-CN" sz="2400" dirty="0">
                <a:ea typeface="宋体" charset="-122"/>
              </a:rPr>
              <a:t>Total resources: [8, 5, 9, 8] (left), [8, 5, 9, 7] (right)</a:t>
            </a:r>
          </a:p>
        </p:txBody>
      </p:sp>
      <p:pic>
        <p:nvPicPr>
          <p:cNvPr id="3" name="Picture 2">
            <a:extLst>
              <a:ext uri="{FF2B5EF4-FFF2-40B4-BE49-F238E27FC236}">
                <a16:creationId xmlns:a16="http://schemas.microsoft.com/office/drawing/2014/main" id="{4B99A5AF-AAFF-AA2B-2727-882A0684DDE5}"/>
              </a:ext>
            </a:extLst>
          </p:cNvPr>
          <p:cNvPicPr>
            <a:picLocks noChangeAspect="1"/>
          </p:cNvPicPr>
          <p:nvPr/>
        </p:nvPicPr>
        <p:blipFill>
          <a:blip r:embed="rId3"/>
          <a:stretch>
            <a:fillRect/>
          </a:stretch>
        </p:blipFill>
        <p:spPr>
          <a:xfrm>
            <a:off x="5935571" y="2209800"/>
            <a:ext cx="6081072" cy="3864014"/>
          </a:xfrm>
          <a:prstGeom prst="rect">
            <a:avLst/>
          </a:prstGeom>
        </p:spPr>
      </p:pic>
      <p:pic>
        <p:nvPicPr>
          <p:cNvPr id="5" name="Picture 4">
            <a:extLst>
              <a:ext uri="{FF2B5EF4-FFF2-40B4-BE49-F238E27FC236}">
                <a16:creationId xmlns:a16="http://schemas.microsoft.com/office/drawing/2014/main" id="{B501D3C4-1DD5-AF1A-12F1-360481BD1756}"/>
              </a:ext>
            </a:extLst>
          </p:cNvPr>
          <p:cNvPicPr>
            <a:picLocks noChangeAspect="1"/>
          </p:cNvPicPr>
          <p:nvPr/>
        </p:nvPicPr>
        <p:blipFill>
          <a:blip r:embed="rId4"/>
          <a:stretch>
            <a:fillRect/>
          </a:stretch>
        </p:blipFill>
        <p:spPr>
          <a:xfrm>
            <a:off x="152400" y="2209801"/>
            <a:ext cx="5719588" cy="3864013"/>
          </a:xfrm>
          <a:prstGeom prst="rect">
            <a:avLst/>
          </a:prstGeom>
        </p:spPr>
      </p:pic>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371600" y="152400"/>
            <a:ext cx="9448800" cy="533400"/>
          </a:xfrm>
        </p:spPr>
        <p:txBody>
          <a:bodyPr/>
          <a:lstStyle/>
          <a:p>
            <a:r>
              <a:rPr lang="en-US" altLang="ko-KR" dirty="0"/>
              <a:t>Predicting Length of the Next CPU Burst</a:t>
            </a:r>
          </a:p>
        </p:txBody>
      </p:sp>
      <mc:AlternateContent xmlns:mc="http://schemas.openxmlformats.org/markup-compatibility/2006" xmlns:a14="http://schemas.microsoft.com/office/drawing/2010/main">
        <mc:Choice Requires="a14">
          <p:sp>
            <p:nvSpPr>
              <p:cNvPr id="626691" name="Rectangle 3"/>
              <p:cNvSpPr>
                <a:spLocks noGrp="1" noChangeArrowheads="1"/>
              </p:cNvSpPr>
              <p:nvPr>
                <p:ph type="body" idx="1"/>
              </p:nvPr>
            </p:nvSpPr>
            <p:spPr>
              <a:xfrm>
                <a:off x="914400" y="762000"/>
                <a:ext cx="10591800" cy="6096000"/>
              </a:xfrm>
            </p:spPr>
            <p:txBody>
              <a:bodyPr>
                <a:normAutofit/>
              </a:bodyPr>
              <a:lstStyle/>
              <a:p>
                <a:r>
                  <a:rPr lang="en-US" altLang="ko-KR" dirty="0">
                    <a:solidFill>
                      <a:srgbClr val="FF0000"/>
                    </a:solidFill>
                    <a:sym typeface="Symbol" panose="05050102010706020507" pitchFamily="18" charset="2"/>
                  </a:rPr>
                  <a:t>Adaptive: </a:t>
                </a:r>
                <a:r>
                  <a:rPr lang="en-US" altLang="ko-KR" dirty="0">
                    <a:sym typeface="Symbol" panose="05050102010706020507" pitchFamily="18" charset="2"/>
                  </a:rPr>
                  <a:t>Changing policy based on past behavior</a:t>
                </a:r>
              </a:p>
              <a:p>
                <a:pPr lvl="1"/>
                <a:r>
                  <a:rPr lang="en-US" altLang="ko-KR" dirty="0">
                    <a:sym typeface="Symbol" panose="05050102010706020507" pitchFamily="18" charset="2"/>
                  </a:rPr>
                  <a:t>Works because programs have predictable behavior</a:t>
                </a:r>
              </a:p>
              <a:p>
                <a:pPr lvl="2"/>
                <a:r>
                  <a:rPr lang="en-US" altLang="ko-KR" dirty="0">
                    <a:sym typeface="Symbol" panose="05050102010706020507" pitchFamily="18" charset="2"/>
                  </a:rPr>
                  <a:t>If program was I/O bound in recent past, it is likely to be I/O bound in future</a:t>
                </a:r>
              </a:p>
              <a:p>
                <a:r>
                  <a:rPr lang="en-US" altLang="ko-KR" dirty="0"/>
                  <a:t>We can use </a:t>
                </a:r>
                <a:r>
                  <a:rPr lang="en-US" altLang="ko-KR" dirty="0">
                    <a:solidFill>
                      <a:srgbClr val="FF0000"/>
                    </a:solidFill>
                  </a:rPr>
                  <a:t>exponential moving averaging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m:t>
                        </m:r>
                        <m:r>
                          <a:rPr lang="en-US" i="1">
                            <a:latin typeface="Cambria Math" panose="02040503050406030204" pitchFamily="18" charset="0"/>
                          </a:rPr>
                          <m:t>𝛼</m:t>
                        </m:r>
                        <m:r>
                          <a:rPr lang="en-US" b="0" i="1" smtClean="0">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dirty="0"/>
                  <a:t>, where:</a:t>
                </a:r>
              </a:p>
              <a:p>
                <a:pPr lvl="1"/>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oMath>
                </a14:m>
                <a:r>
                  <a:rPr lang="ar-AE" dirty="0"/>
                  <a:t> </a:t>
                </a:r>
                <a:r>
                  <a:rPr lang="en-US" dirty="0"/>
                  <a:t>is the new input data point</a:t>
                </a:r>
              </a:p>
              <a:p>
                <a:pPr lvl="1"/>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ar-AE" dirty="0"/>
                  <a:t> </a:t>
                </a:r>
                <a:r>
                  <a:rPr lang="en-US" dirty="0"/>
                  <a:t>is the previous exponential moving average</a:t>
                </a:r>
              </a:p>
              <a:p>
                <a:pPr lvl="1"/>
                <a14:m>
                  <m:oMath xmlns:m="http://schemas.openxmlformats.org/officeDocument/2006/math">
                    <m:r>
                      <a:rPr lang="en-US" i="1">
                        <a:latin typeface="Cambria Math" panose="02040503050406030204" pitchFamily="18" charset="0"/>
                      </a:rPr>
                      <m:t>𝛼</m:t>
                    </m:r>
                  </m:oMath>
                </a14:m>
                <a:r>
                  <a:rPr lang="en-US" dirty="0"/>
                  <a:t> is the smoothing factor (0&lt;</a:t>
                </a:r>
                <a14:m>
                  <m:oMath xmlns:m="http://schemas.openxmlformats.org/officeDocument/2006/math">
                    <m:r>
                      <a:rPr lang="en-US" i="1">
                        <a:latin typeface="Cambria Math" panose="02040503050406030204" pitchFamily="18" charset="0"/>
                      </a:rPr>
                      <m:t>𝛼</m:t>
                    </m:r>
                  </m:oMath>
                </a14:m>
                <a:r>
                  <a:rPr lang="en-US" dirty="0"/>
                  <a:t>&lt;1)</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large: fast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m:t>
                    </m:r>
                  </m:oMath>
                </a14:m>
                <a:r>
                  <a:rPr lang="en-US" dirty="0"/>
                  <a:t>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oMath>
                </a14:m>
                <a:r>
                  <a:rPr lang="en-US" dirty="0"/>
                  <a:t> is equal to the new input data point at each step</a:t>
                </a:r>
                <a:endParaRPr lang="en-GB" dirty="0"/>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small: slow update of </a:t>
                </a:r>
                <a:r>
                  <a:rPr lang="en-US" altLang="ko-KR" dirty="0">
                    <a:sym typeface="Symbol" panose="05050102010706020507" pitchFamily="18" charset="2"/>
                  </a:rPr>
                  <a:t></a:t>
                </a:r>
                <a:r>
                  <a:rPr lang="en-US" altLang="ko-KR" baseline="-25000" dirty="0">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r>
                      <a:rPr lang="en-US" b="0" i="1" smtClean="0">
                        <a:latin typeface="Cambria Math" panose="02040503050406030204" pitchFamily="18" charset="0"/>
                      </a:rPr>
                      <m:t>0</m:t>
                    </m:r>
                    <m:r>
                      <a:rPr lang="en-US" b="0" i="1" smtClean="0">
                        <a:latin typeface="Cambria Math" panose="02040503050406030204" pitchFamily="18" charset="0"/>
                      </a:rPr>
                      <m:t>→</m:t>
                    </m:r>
                  </m:oMath>
                </a14:m>
                <a:r>
                  <a:rPr lang="en-US" dirty="0"/>
                  <a:t>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oMath>
                </a14:m>
                <a:r>
                  <a:rPr lang="en-US" dirty="0"/>
                  <a:t> stays constant and not affected by new input data point</a:t>
                </a:r>
              </a:p>
              <a:p>
                <a:pPr lvl="2">
                  <a:spcBef>
                    <a:spcPts val="300"/>
                  </a:spcBef>
                  <a:spcAft>
                    <a:spcPts val="300"/>
                  </a:spcAft>
                  <a:buFont typeface="Arial" panose="020B0604020202020204" pitchFamily="34" charset="0"/>
                  <a:buChar char="•"/>
                </a:pPr>
                <a:r>
                  <a:rPr lang="en-US" dirty="0"/>
                  <a:t>Appropriate choice of </a:t>
                </a:r>
                <a14:m>
                  <m:oMath xmlns:m="http://schemas.openxmlformats.org/officeDocument/2006/math">
                    <m:r>
                      <a:rPr lang="en-US" i="1">
                        <a:latin typeface="Cambria Math" panose="02040503050406030204" pitchFamily="18" charset="0"/>
                      </a:rPr>
                      <m:t>𝛼</m:t>
                    </m:r>
                  </m:oMath>
                </a14:m>
                <a:r>
                  <a:rPr lang="en-US" dirty="0"/>
                  <a:t> lets </a:t>
                </a:r>
                <a14:m>
                  <m:oMath xmlns:m="http://schemas.openxmlformats.org/officeDocument/2006/math">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oMath>
                </a14:m>
                <a:r>
                  <a:rPr lang="en-US" dirty="0"/>
                  <a:t> track the input data points while smoothing </a:t>
                </a:r>
                <a:r>
                  <a:rPr lang="en-US"/>
                  <a:t>out sensor noise</a:t>
                </a:r>
                <a:endParaRPr lang="en-SE" dirty="0"/>
              </a:p>
            </p:txBody>
          </p:sp>
        </mc:Choice>
        <mc:Fallback xmlns="">
          <p:sp>
            <p:nvSpPr>
              <p:cNvPr id="626691" name="Rectangle 3"/>
              <p:cNvSpPr>
                <a:spLocks noGrp="1" noRot="1" noChangeAspect="1" noMove="1" noResize="1" noEditPoints="1" noAdjustHandles="1" noChangeArrowheads="1" noChangeShapeType="1" noTextEdit="1"/>
              </p:cNvSpPr>
              <p:nvPr>
                <p:ph type="body" idx="1"/>
              </p:nvPr>
            </p:nvSpPr>
            <p:spPr>
              <a:xfrm>
                <a:off x="914400" y="762000"/>
                <a:ext cx="10591800" cy="6096000"/>
              </a:xfrm>
              <a:blipFill>
                <a:blip r:embed="rId3"/>
                <a:stretch>
                  <a:fillRect l="-1208" t="-1800" r="-1151" b="-1700"/>
                </a:stretch>
              </a:blipFill>
            </p:spPr>
            <p:txBody>
              <a:bodyPr/>
              <a:lstStyle/>
              <a:p>
                <a:r>
                  <a:rPr lang="en-US">
                    <a:noFill/>
                  </a:rPr>
                  <a:t> </a:t>
                </a:r>
              </a:p>
            </p:txBody>
          </p:sp>
        </mc:Fallback>
      </mc:AlternateContent>
    </p:spTree>
    <p:extLst>
      <p:ext uri="{BB962C8B-B14F-4D97-AF65-F5344CB8AC3E}">
        <p14:creationId xmlns:p14="http://schemas.microsoft.com/office/powerpoint/2010/main" val="3288640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6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669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6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66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66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26691">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669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669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6691">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2669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6691"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75F68-5FB0-2F8A-FAB2-5F37B8808013}"/>
              </a:ext>
            </a:extLst>
          </p:cNvPr>
          <p:cNvSpPr>
            <a:spLocks noGrp="1"/>
          </p:cNvSpPr>
          <p:nvPr>
            <p:ph type="title"/>
          </p:nvPr>
        </p:nvSpPr>
        <p:spPr/>
        <p:txBody>
          <a:bodyPr/>
          <a:lstStyle/>
          <a:p>
            <a:r>
              <a:rPr lang="en-US" altLang="ko-KR" dirty="0"/>
              <a:t>Predicting Length of the Next CPU Burst: </a:t>
            </a:r>
            <a:r>
              <a:rPr lang="en-US" altLang="ko-KR" dirty="0">
                <a:sym typeface="Symbol" panose="05050102010706020507" pitchFamily="18" charset="2"/>
              </a:rPr>
              <a:t>=0.5</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2A7C0D9-B9D2-EF12-6CD5-DD69AE4BAFC7}"/>
                  </a:ext>
                </a:extLst>
              </p:cNvPr>
              <p:cNvSpPr>
                <a:spLocks noGrp="1"/>
              </p:cNvSpPr>
              <p:nvPr>
                <p:ph idx="1"/>
              </p:nvPr>
            </p:nvSpPr>
            <p:spPr>
              <a:xfrm>
                <a:off x="152400" y="914400"/>
                <a:ext cx="5943600" cy="5105400"/>
              </a:xfrm>
            </p:spPr>
            <p:txBody>
              <a:bodyPr>
                <a:normAutofit/>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=0.5</a:t>
                </a: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10 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smtClean="0">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5 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9 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ar-AE"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13 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11 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12</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p:txBody>
          </p:sp>
        </mc:Choice>
        <mc:Fallback>
          <p:sp>
            <p:nvSpPr>
              <p:cNvPr id="3" name="Content Placeholder 2">
                <a:extLst>
                  <a:ext uri="{FF2B5EF4-FFF2-40B4-BE49-F238E27FC236}">
                    <a16:creationId xmlns:a16="http://schemas.microsoft.com/office/drawing/2014/main" id="{A2A7C0D9-B9D2-EF12-6CD5-DD69AE4BAFC7}"/>
                  </a:ext>
                </a:extLst>
              </p:cNvPr>
              <p:cNvSpPr>
                <a:spLocks noGrp="1" noRot="1" noChangeAspect="1" noMove="1" noResize="1" noEditPoints="1" noAdjustHandles="1" noChangeArrowheads="1" noChangeShapeType="1" noTextEdit="1"/>
              </p:cNvSpPr>
              <p:nvPr>
                <p:ph idx="1"/>
              </p:nvPr>
            </p:nvSpPr>
            <p:spPr>
              <a:xfrm>
                <a:off x="152400" y="914400"/>
                <a:ext cx="5943600" cy="5105400"/>
              </a:xfrm>
              <a:blipFill>
                <a:blip r:embed="rId3"/>
                <a:stretch>
                  <a:fillRect l="-1846" t="-2148" r="-103"/>
                </a:stretch>
              </a:blipFill>
            </p:spPr>
            <p:txBody>
              <a:bodyPr/>
              <a:lstStyle/>
              <a:p>
                <a:r>
                  <a:rPr lang="en-US">
                    <a:noFill/>
                  </a:rPr>
                  <a:t> </a:t>
                </a:r>
              </a:p>
            </p:txBody>
          </p:sp>
        </mc:Fallback>
      </mc:AlternateContent>
      <p:pic>
        <p:nvPicPr>
          <p:cNvPr id="6" name="Picture 4">
            <a:extLst>
              <a:ext uri="{FF2B5EF4-FFF2-40B4-BE49-F238E27FC236}">
                <a16:creationId xmlns:a16="http://schemas.microsoft.com/office/drawing/2014/main" id="{9BE89AE7-6CA7-4A9F-C291-B13229D7A0E6}"/>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l="641" t="2280" r="641" b="2849"/>
          <a:stretch>
            <a:fillRect/>
          </a:stretch>
        </p:blipFill>
        <p:spPr bwMode="auto">
          <a:xfrm>
            <a:off x="6096000" y="950495"/>
            <a:ext cx="5839027" cy="3733800"/>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4" name="TextBox 3">
            <a:extLst>
              <a:ext uri="{FF2B5EF4-FFF2-40B4-BE49-F238E27FC236}">
                <a16:creationId xmlns:a16="http://schemas.microsoft.com/office/drawing/2014/main" id="{E5C0E0F5-0894-33DE-86B8-2E4046329D54}"/>
              </a:ext>
            </a:extLst>
          </p:cNvPr>
          <p:cNvSpPr txBox="1"/>
          <p:nvPr/>
        </p:nvSpPr>
        <p:spPr>
          <a:xfrm>
            <a:off x="3657600" y="6041221"/>
            <a:ext cx="5839027"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Time Series 101: Exponential Moving Average, A Visual Guide</a:t>
            </a:r>
          </a:p>
          <a:p>
            <a:r>
              <a:rPr lang="en-US" b="0" dirty="0">
                <a:latin typeface="Gill Sans Light"/>
                <a:hlinkClick r:id="rId5"/>
              </a:rPr>
              <a:t>https://www.youtube.com/watch?v=joHKNtPYtLo</a:t>
            </a:r>
            <a:endParaRPr lang="en-US" b="0" dirty="0">
              <a:latin typeface="Gill Sans Light"/>
            </a:endParaRPr>
          </a:p>
        </p:txBody>
      </p:sp>
    </p:spTree>
    <p:extLst>
      <p:ext uri="{BB962C8B-B14F-4D97-AF65-F5344CB8AC3E}">
        <p14:creationId xmlns:p14="http://schemas.microsoft.com/office/powerpoint/2010/main" val="3019589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1F8C-6BB2-3056-4400-94C36A21C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41A67D-4C6F-598E-C71F-D306AFE81886}"/>
              </a:ext>
            </a:extLst>
          </p:cNvPr>
          <p:cNvSpPr>
            <a:spLocks noGrp="1"/>
          </p:cNvSpPr>
          <p:nvPr>
            <p:ph type="title"/>
          </p:nvPr>
        </p:nvSpPr>
        <p:spPr>
          <a:xfrm>
            <a:off x="1143000" y="152400"/>
            <a:ext cx="9753600" cy="533400"/>
          </a:xfrm>
        </p:spPr>
        <p:txBody>
          <a:bodyPr/>
          <a:lstStyle/>
          <a:p>
            <a:r>
              <a:rPr lang="en-US" altLang="ko-KR" dirty="0"/>
              <a:t>Predicting the Length of the Next CPU Burst: </a:t>
            </a:r>
            <a:r>
              <a:rPr lang="en-US" altLang="ko-KR" dirty="0">
                <a:sym typeface="Symbol" panose="05050102010706020507" pitchFamily="18" charset="2"/>
              </a:rPr>
              <a:t>=0.1 or 0.9</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AA8077A-85B5-A96E-B832-515B4C6B9C6F}"/>
                  </a:ext>
                </a:extLst>
              </p:cNvPr>
              <p:cNvSpPr>
                <a:spLocks noGrp="1"/>
              </p:cNvSpPr>
              <p:nvPr>
                <p:ph idx="1"/>
              </p:nvPr>
            </p:nvSpPr>
            <p:spPr>
              <a:xfrm>
                <a:off x="152400" y="876300"/>
                <a:ext cx="5791200" cy="4457700"/>
              </a:xfrm>
            </p:spPr>
            <p:txBody>
              <a:bodyPr>
                <a:normAutofit fontScale="85000" lnSpcReduction="100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ar-AE"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=0.1.</a:t>
                </a: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smtClean="0">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8.3</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8.3</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9.2</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ar-AE"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0.9</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9.2</m:t>
                    </m:r>
                    <m:r>
                      <m:rPr>
                        <m:nor/>
                      </m:rPr>
                      <a:rPr lang="en-US" altLang="ko-KR"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9.5</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p:txBody>
          </p:sp>
        </mc:Choice>
        <mc:Fallback>
          <p:sp>
            <p:nvSpPr>
              <p:cNvPr id="3" name="Content Placeholder 2">
                <a:extLst>
                  <a:ext uri="{FF2B5EF4-FFF2-40B4-BE49-F238E27FC236}">
                    <a16:creationId xmlns:a16="http://schemas.microsoft.com/office/drawing/2014/main" id="{DAA8077A-85B5-A96E-B832-515B4C6B9C6F}"/>
                  </a:ext>
                </a:extLst>
              </p:cNvPr>
              <p:cNvSpPr>
                <a:spLocks noGrp="1" noRot="1" noChangeAspect="1" noMove="1" noResize="1" noEditPoints="1" noAdjustHandles="1" noChangeArrowheads="1" noChangeShapeType="1" noTextEdit="1"/>
              </p:cNvSpPr>
              <p:nvPr>
                <p:ph idx="1"/>
              </p:nvPr>
            </p:nvSpPr>
            <p:spPr>
              <a:xfrm>
                <a:off x="152400" y="876300"/>
                <a:ext cx="5791200" cy="4457700"/>
              </a:xfrm>
              <a:blipFill>
                <a:blip r:embed="rId3"/>
                <a:stretch>
                  <a:fillRect l="-1368" t="-2599" r="-10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5B220A4-92D3-CBE1-1C7B-CF3BBFF4D5AF}"/>
                  </a:ext>
                </a:extLst>
              </p:cNvPr>
              <p:cNvSpPr txBox="1">
                <a:spLocks/>
              </p:cNvSpPr>
              <p:nvPr/>
            </p:nvSpPr>
            <p:spPr bwMode="auto">
              <a:xfrm>
                <a:off x="5943600" y="876300"/>
                <a:ext cx="5943600" cy="41529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7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kern="0" dirty="0">
                    <a:sym typeface="Symbol" panose="05050102010706020507" pitchFamily="18" charset="2"/>
                  </a:rPr>
                  <a:t>Compute </a:t>
                </a:r>
                <a14:m>
                  <m:oMath xmlns:m="http://schemas.openxmlformats.org/officeDocument/2006/math">
                    <m:sSub>
                      <m:sSubPr>
                        <m:ctrlPr>
                          <a:rPr lang="ar-AE" i="1" kern="0">
                            <a:latin typeface="Cambria Math" panose="02040503050406030204" pitchFamily="18" charset="0"/>
                          </a:rPr>
                        </m:ctrlPr>
                      </m:sSubPr>
                      <m:e>
                        <m:sSub>
                          <m:sSubPr>
                            <m:ctrlPr>
                              <a:rPr lang="ar-AE" i="1" kern="0">
                                <a:latin typeface="Cambria Math" panose="02040503050406030204" pitchFamily="18" charset="0"/>
                              </a:rPr>
                            </m:ctrlPr>
                          </m:sSubPr>
                          <m:e>
                            <m:r>
                              <a:rPr lang="en-US" i="1" kern="0">
                                <a:latin typeface="Cambria Math" panose="02040503050406030204" pitchFamily="18" charset="0"/>
                              </a:rPr>
                              <m:t>𝑡</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𝛼</m:t>
                        </m:r>
                        <m:sSub>
                          <m:sSubPr>
                            <m:ctrlPr>
                              <a:rPr lang="ar-AE" i="1" kern="0">
                                <a:latin typeface="Cambria Math" panose="02040503050406030204" pitchFamily="18" charset="0"/>
                              </a:rPr>
                            </m:ctrlPr>
                          </m:sSubPr>
                          <m:e>
                            <m:r>
                              <a:rPr lang="ar-AE" i="1" kern="0">
                                <a:latin typeface="Cambria Math" panose="02040503050406030204" pitchFamily="18" charset="0"/>
                              </a:rPr>
                              <m:t>𝑥</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1</m:t>
                        </m:r>
                        <m:r>
                          <a:rPr lang="en-US" i="1" kern="0">
                            <a:latin typeface="Cambria Math" panose="02040503050406030204" pitchFamily="18" charset="0"/>
                          </a:rPr>
                          <m:t>−</m:t>
                        </m:r>
                        <m:r>
                          <a:rPr lang="en-US" i="1" kern="0">
                            <a:latin typeface="Cambria Math" panose="02040503050406030204" pitchFamily="18" charset="0"/>
                          </a:rPr>
                          <m:t>𝛼</m:t>
                        </m:r>
                        <m:r>
                          <a:rPr lang="en-US" i="1" kern="0">
                            <a:latin typeface="Cambria Math" panose="02040503050406030204" pitchFamily="18" charset="0"/>
                          </a:rPr>
                          <m:t>)</m:t>
                        </m:r>
                        <m:r>
                          <a:rPr lang="en-US" i="1" kern="0">
                            <a:latin typeface="Cambria Math" panose="02040503050406030204" pitchFamily="18" charset="0"/>
                          </a:rPr>
                          <m:t>𝑡</m:t>
                        </m:r>
                      </m:e>
                      <m:sub>
                        <m:r>
                          <a:rPr lang="ar-AE" i="1" kern="0">
                            <a:latin typeface="Cambria Math" panose="02040503050406030204" pitchFamily="18" charset="0"/>
                          </a:rPr>
                          <m:t>𝑛</m:t>
                        </m:r>
                        <m:r>
                          <a:rPr lang="ar-AE" kern="0">
                            <a:latin typeface="Cambria Math" panose="02040503050406030204" pitchFamily="18" charset="0"/>
                          </a:rPr>
                          <m:t>−</m:t>
                        </m:r>
                        <m:r>
                          <a:rPr lang="ar-AE" kern="0">
                            <a:latin typeface="Cambria Math" panose="02040503050406030204" pitchFamily="18" charset="0"/>
                          </a:rPr>
                          <m:t>1</m:t>
                        </m:r>
                      </m:sub>
                    </m:sSub>
                  </m:oMath>
                </a14:m>
                <a:r>
                  <a:rPr lang="en-US" altLang="ko-KR" kern="0" dirty="0">
                    <a:sym typeface="Symbol" panose="05050102010706020507" pitchFamily="18" charset="2"/>
                  </a:rPr>
                  <a:t> with initial guess </a:t>
                </a:r>
                <a:r>
                  <a:rPr lang="en-US" altLang="ko-KR" kern="0" baseline="-25000" dirty="0">
                    <a:sym typeface="Symbol" panose="05050102010706020507" pitchFamily="18" charset="2"/>
                  </a:rPr>
                  <a:t>0 </a:t>
                </a:r>
                <a:r>
                  <a:rPr lang="en-US" altLang="ko-KR" kern="0" dirty="0">
                    <a:sym typeface="Symbol" panose="05050102010706020507" pitchFamily="18" charset="2"/>
                  </a:rPr>
                  <a:t>= 10, assuming =0.9.</a:t>
                </a: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0</m:t>
                        </m:r>
                      </m:sub>
                    </m:sSub>
                    <m:r>
                      <a:rPr lang="en-US" i="1" kern="0" smtClea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10 </m:t>
                    </m:r>
                    <m:r>
                      <m:rPr>
                        <m:nor/>
                      </m:rPr>
                      <a:rPr lang="en-US" altLang="ko-KR" kern="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smtClea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6 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4.2 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5.8</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4 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5.8 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12.9</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ar-AE"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13 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0.1</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12.9</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kern="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SE" kern="0" dirty="0"/>
              </a:p>
            </p:txBody>
          </p:sp>
        </mc:Choice>
        <mc:Fallback xmlns="">
          <p:sp>
            <p:nvSpPr>
              <p:cNvPr id="5" name="Content Placeholder 2">
                <a:extLst>
                  <a:ext uri="{FF2B5EF4-FFF2-40B4-BE49-F238E27FC236}">
                    <a16:creationId xmlns:a16="http://schemas.microsoft.com/office/drawing/2014/main" id="{F5B220A4-92D3-CBE1-1C7B-CF3BBFF4D5AF}"/>
                  </a:ext>
                </a:extLst>
              </p:cNvPr>
              <p:cNvSpPr txBox="1">
                <a:spLocks noRot="1" noChangeAspect="1" noMove="1" noResize="1" noEditPoints="1" noAdjustHandles="1" noChangeArrowheads="1" noChangeShapeType="1" noTextEdit="1"/>
              </p:cNvSpPr>
              <p:nvPr/>
            </p:nvSpPr>
            <p:spPr bwMode="auto">
              <a:xfrm>
                <a:off x="5943600" y="876300"/>
                <a:ext cx="5943600" cy="4152900"/>
              </a:xfrm>
              <a:prstGeom prst="rect">
                <a:avLst/>
              </a:prstGeom>
              <a:blipFill>
                <a:blip r:embed="rId4"/>
                <a:stretch>
                  <a:fillRect l="-1128" t="-2937" r="-308"/>
                </a:stretch>
              </a:blip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US">
                    <a:noFill/>
                  </a:rPr>
                  <a:t> </a:t>
                </a:r>
              </a:p>
            </p:txBody>
          </p:sp>
        </mc:Fallback>
      </mc:AlternateContent>
      <p:sp>
        <p:nvSpPr>
          <p:cNvPr id="11" name="TextBox 10">
            <a:extLst>
              <a:ext uri="{FF2B5EF4-FFF2-40B4-BE49-F238E27FC236}">
                <a16:creationId xmlns:a16="http://schemas.microsoft.com/office/drawing/2014/main" id="{9A0BC6AB-DCB3-FC8E-B40A-3285A62A841D}"/>
              </a:ext>
            </a:extLst>
          </p:cNvPr>
          <p:cNvSpPr txBox="1"/>
          <p:nvPr/>
        </p:nvSpPr>
        <p:spPr>
          <a:xfrm>
            <a:off x="3124200" y="5029200"/>
            <a:ext cx="184731" cy="369332"/>
          </a:xfrm>
          <a:prstGeom prst="rect">
            <a:avLst/>
          </a:prstGeom>
          <a:noFill/>
        </p:spPr>
        <p:txBody>
          <a:bodyPr wrap="none" rtlCol="0">
            <a:spAutoFit/>
          </a:bodyPr>
          <a:lstStyle/>
          <a:p>
            <a:endParaRPr lang="en-US" dirty="0">
              <a:latin typeface="Gill Sans Light"/>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FBB59A-B006-CAFD-BD09-966C289AF4CA}"/>
                  </a:ext>
                </a:extLst>
              </p:cNvPr>
              <p:cNvSpPr txBox="1"/>
              <p:nvPr/>
            </p:nvSpPr>
            <p:spPr>
              <a:xfrm>
                <a:off x="952500" y="4673769"/>
                <a:ext cx="10287000" cy="156966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b="0" dirty="0">
                    <a:latin typeface="Gill Sans" panose="020B0502020104020203"/>
                    <a:ea typeface="Gill Sans" panose="020B0502020104020203"/>
                    <a:cs typeface="Gill Sans" panose="020B0502020104020203"/>
                  </a:rPr>
                  <a:t>With low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1</m:t>
                    </m:r>
                  </m:oMath>
                </a14:m>
                <a:r>
                  <a:rPr lang="en-US" sz="2400" b="0" dirty="0">
                    <a:latin typeface="Gill Sans" panose="020B0502020104020203"/>
                    <a:ea typeface="Gill Sans" panose="020B0502020104020203"/>
                    <a:cs typeface="Gill Sans" panose="020B0502020104020203"/>
                  </a:rPr>
                  <a:t>, the EMA changes gradually and reacts slowly to new data, staying closer to the starting value.</a:t>
                </a:r>
              </a:p>
              <a:p>
                <a:r>
                  <a:rPr lang="en-US" sz="2400" b="0" dirty="0">
                    <a:latin typeface="Gill Sans" panose="020B0502020104020203"/>
                    <a:ea typeface="Gill Sans" panose="020B0502020104020203"/>
                    <a:cs typeface="Gill Sans" panose="020B0502020104020203"/>
                  </a:rPr>
                  <a:t>With high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0</m:t>
                    </m:r>
                    <m:r>
                      <a:rPr lang="en-US" sz="2400" b="0">
                        <a:latin typeface="Cambria Math" panose="02040503050406030204" pitchFamily="18" charset="0"/>
                        <a:ea typeface="Gill Sans" panose="020B0502020104020203"/>
                        <a:cs typeface="Gill Sans" panose="020B0502020104020203"/>
                      </a:rPr>
                      <m:t>.</m:t>
                    </m:r>
                    <m:r>
                      <a:rPr lang="en-US" sz="2400" b="0">
                        <a:latin typeface="Cambria Math" panose="02040503050406030204" pitchFamily="18" charset="0"/>
                        <a:ea typeface="Gill Sans" panose="020B0502020104020203"/>
                        <a:cs typeface="Gill Sans" panose="020B0502020104020203"/>
                      </a:rPr>
                      <m:t>9</m:t>
                    </m:r>
                  </m:oMath>
                </a14:m>
                <a:r>
                  <a:rPr lang="en-US" sz="2400" b="0" dirty="0">
                    <a:latin typeface="Gill Sans" panose="020B0502020104020203"/>
                    <a:ea typeface="Gill Sans" panose="020B0502020104020203"/>
                    <a:cs typeface="Gill Sans" panose="020B0502020104020203"/>
                  </a:rPr>
                  <a:t>, the EMA responds quickly and closely tracks the latest data points.</a:t>
                </a:r>
              </a:p>
            </p:txBody>
          </p:sp>
        </mc:Choice>
        <mc:Fallback xmlns="">
          <p:sp>
            <p:nvSpPr>
              <p:cNvPr id="12" name="TextBox 11">
                <a:extLst>
                  <a:ext uri="{FF2B5EF4-FFF2-40B4-BE49-F238E27FC236}">
                    <a16:creationId xmlns:a16="http://schemas.microsoft.com/office/drawing/2014/main" id="{EBFBB59A-B006-CAFD-BD09-966C289AF4CA}"/>
                  </a:ext>
                </a:extLst>
              </p:cNvPr>
              <p:cNvSpPr txBox="1">
                <a:spLocks noRot="1" noChangeAspect="1" noMove="1" noResize="1" noEditPoints="1" noAdjustHandles="1" noChangeArrowheads="1" noChangeShapeType="1" noTextEdit="1"/>
              </p:cNvSpPr>
              <p:nvPr/>
            </p:nvSpPr>
            <p:spPr>
              <a:xfrm>
                <a:off x="952500" y="4673769"/>
                <a:ext cx="10287000" cy="156966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8899926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Lecture 5 Scheduling Conclusion</a:t>
            </a:r>
          </a:p>
        </p:txBody>
      </p:sp>
      <p:sp>
        <p:nvSpPr>
          <p:cNvPr id="70659" name="Rectangle 3"/>
          <p:cNvSpPr>
            <a:spLocks noGrp="1" noChangeArrowheads="1"/>
          </p:cNvSpPr>
          <p:nvPr>
            <p:ph type="body" idx="1"/>
          </p:nvPr>
        </p:nvSpPr>
        <p:spPr>
          <a:xfrm>
            <a:off x="685800" y="914400"/>
            <a:ext cx="10668000" cy="5638800"/>
          </a:xfrm>
        </p:spPr>
        <p:txBody>
          <a:bodyPr>
            <a:normAutofit lnSpcReduction="10000"/>
          </a:bodyPr>
          <a:lstStyle/>
          <a:p>
            <a:pPr>
              <a:lnSpc>
                <a:spcPct val="80000"/>
              </a:lnSpc>
              <a:spcBef>
                <a:spcPct val="20000"/>
              </a:spcBef>
            </a:pPr>
            <a:r>
              <a:rPr lang="en-GB" altLang="ko-KR" dirty="0">
                <a:solidFill>
                  <a:schemeClr val="hlink"/>
                </a:solidFill>
                <a:ea typeface="굴림" panose="020B0600000101010101" pitchFamily="34" charset="-127"/>
              </a:rPr>
              <a:t>FCFS Scheduling:</a:t>
            </a:r>
          </a:p>
          <a:p>
            <a:pPr lvl="1">
              <a:lnSpc>
                <a:spcPct val="80000"/>
              </a:lnSpc>
              <a:spcBef>
                <a:spcPct val="20000"/>
              </a:spcBef>
            </a:pPr>
            <a:r>
              <a:rPr lang="en-GB" altLang="ko-KR" dirty="0">
                <a:ea typeface="굴림" panose="020B0600000101010101" pitchFamily="34" charset="-127"/>
              </a:rPr>
              <a:t>Run jobs in the order of arrival</a:t>
            </a:r>
          </a:p>
          <a:p>
            <a:pPr lvl="1">
              <a:lnSpc>
                <a:spcPct val="80000"/>
              </a:lnSpc>
              <a:spcBef>
                <a:spcPct val="20000"/>
              </a:spcBef>
            </a:pPr>
            <a:r>
              <a:rPr lang="en-GB" altLang="ko-KR" dirty="0">
                <a:ea typeface="굴림" panose="020B0600000101010101" pitchFamily="34" charset="-127"/>
              </a:rPr>
              <a:t>Cons: Short jobs can get stuck behind long ones</a:t>
            </a:r>
          </a:p>
          <a:p>
            <a:pPr>
              <a:lnSpc>
                <a:spcPct val="80000"/>
              </a:lnSpc>
              <a:spcBef>
                <a:spcPct val="20000"/>
              </a:spcBef>
            </a:pPr>
            <a:r>
              <a:rPr lang="en-US" altLang="ko-KR" dirty="0">
                <a:solidFill>
                  <a:schemeClr val="hlink"/>
                </a:solidFill>
                <a:ea typeface="굴림" panose="020B0600000101010101" pitchFamily="34" charset="-127"/>
              </a:rPr>
              <a:t>Round-Robin Scheduling</a:t>
            </a:r>
            <a:r>
              <a:rPr lang="en-US" altLang="ko-KR" dirty="0">
                <a:ea typeface="굴림" panose="020B0600000101010101" pitchFamily="34" charset="-127"/>
              </a:rPr>
              <a:t>: </a:t>
            </a:r>
          </a:p>
          <a:p>
            <a:pPr lvl="1">
              <a:lnSpc>
                <a:spcPct val="80000"/>
              </a:lnSpc>
              <a:spcBef>
                <a:spcPct val="20000"/>
              </a:spcBef>
            </a:pPr>
            <a:r>
              <a:rPr lang="en-US" altLang="ko-KR" dirty="0">
                <a:ea typeface="굴림" panose="020B0600000101010101" pitchFamily="34" charset="-127"/>
              </a:rPr>
              <a:t>Give each thread a small amount of CPU time when it executes; cycle between all ready threads</a:t>
            </a:r>
          </a:p>
          <a:p>
            <a:pPr lvl="1">
              <a:lnSpc>
                <a:spcPct val="80000"/>
              </a:lnSpc>
              <a:spcBef>
                <a:spcPct val="20000"/>
              </a:spcBef>
            </a:pPr>
            <a:r>
              <a:rPr lang="en-US" altLang="ko-KR" dirty="0">
                <a:ea typeface="굴림" panose="020B0600000101010101" pitchFamily="34" charset="-127"/>
              </a:rPr>
              <a:t>Pros: Better for short jobs </a:t>
            </a:r>
          </a:p>
          <a:p>
            <a:pPr>
              <a:lnSpc>
                <a:spcPct val="85000"/>
              </a:lnSpc>
              <a:spcBef>
                <a:spcPct val="20000"/>
              </a:spcBef>
            </a:pPr>
            <a:r>
              <a:rPr lang="en-US" altLang="ko-KR" dirty="0">
                <a:solidFill>
                  <a:srgbClr val="FF0000"/>
                </a:solidFill>
                <a:ea typeface="굴림" panose="020B0600000101010101" pitchFamily="34" charset="-127"/>
              </a:rPr>
              <a:t>Shortest Job First (SJF)/Shortest Remaining Time First (SRTF):</a:t>
            </a:r>
          </a:p>
          <a:p>
            <a:pPr lvl="1">
              <a:lnSpc>
                <a:spcPct val="85000"/>
              </a:lnSpc>
              <a:spcBef>
                <a:spcPct val="20000"/>
              </a:spcBef>
            </a:pPr>
            <a:r>
              <a:rPr lang="en-US" altLang="ko-KR" dirty="0">
                <a:ea typeface="굴림" panose="020B0600000101010101" pitchFamily="34" charset="-127"/>
              </a:rPr>
              <a:t>Run whatever job has the least execution time/least remaining execution time</a:t>
            </a:r>
          </a:p>
          <a:p>
            <a:pPr lvl="1">
              <a:lnSpc>
                <a:spcPct val="80000"/>
              </a:lnSpc>
              <a:spcBef>
                <a:spcPct val="20000"/>
              </a:spcBef>
            </a:pPr>
            <a:r>
              <a:rPr lang="en-US" altLang="ko-KR" dirty="0">
                <a:ea typeface="굴림" panose="020B0600000101010101" pitchFamily="34" charset="-127"/>
              </a:rPr>
              <a:t>Pros: Optimal (in terms of average response time) </a:t>
            </a:r>
          </a:p>
          <a:p>
            <a:pPr lvl="1">
              <a:lnSpc>
                <a:spcPct val="80000"/>
              </a:lnSpc>
              <a:spcBef>
                <a:spcPct val="20000"/>
              </a:spcBef>
            </a:pPr>
            <a:r>
              <a:rPr lang="en-US" altLang="ko-KR" dirty="0">
                <a:ea typeface="굴림" panose="020B0600000101010101" pitchFamily="34" charset="-127"/>
              </a:rPr>
              <a:t>Cons: Hard to predict execution time, Unfair</a:t>
            </a:r>
          </a:p>
          <a:p>
            <a:pPr>
              <a:lnSpc>
                <a:spcPct val="80000"/>
              </a:lnSpc>
              <a:spcBef>
                <a:spcPct val="20000"/>
              </a:spcBef>
            </a:pPr>
            <a:r>
              <a:rPr lang="en-GB" altLang="ko-KR" dirty="0">
                <a:solidFill>
                  <a:srgbClr val="FF0000"/>
                </a:solidFill>
                <a:ea typeface="굴림" panose="020B0600000101010101" pitchFamily="34" charset="-127"/>
              </a:rPr>
              <a:t>Priority-Based Scheduling</a:t>
            </a:r>
          </a:p>
          <a:p>
            <a:pPr lvl="1">
              <a:lnSpc>
                <a:spcPct val="80000"/>
              </a:lnSpc>
              <a:spcBef>
                <a:spcPct val="20000"/>
              </a:spcBef>
            </a:pPr>
            <a:r>
              <a:rPr lang="en-GB" altLang="ko-KR" dirty="0">
                <a:ea typeface="굴림" panose="020B0600000101010101" pitchFamily="34" charset="-127"/>
              </a:rPr>
              <a:t>Each job is assigned a fixed priority</a:t>
            </a:r>
          </a:p>
          <a:p>
            <a:pPr>
              <a:lnSpc>
                <a:spcPct val="80000"/>
              </a:lnSpc>
              <a:spcBef>
                <a:spcPct val="20000"/>
              </a:spcBef>
            </a:pPr>
            <a:r>
              <a:rPr lang="en-GB" altLang="ko-KR" dirty="0">
                <a:solidFill>
                  <a:srgbClr val="FF0000"/>
                </a:solidFill>
                <a:ea typeface="굴림" panose="020B0600000101010101" pitchFamily="34" charset="-127"/>
              </a:rPr>
              <a:t>Multi-Level Queue Scheduling</a:t>
            </a:r>
          </a:p>
          <a:p>
            <a:pPr lvl="1">
              <a:lnSpc>
                <a:spcPct val="80000"/>
              </a:lnSpc>
              <a:spcBef>
                <a:spcPct val="20000"/>
              </a:spcBef>
            </a:pPr>
            <a:r>
              <a:rPr lang="en-GB" altLang="ko-KR" dirty="0">
                <a:ea typeface="굴림" panose="020B0600000101010101" pitchFamily="34" charset="-127"/>
              </a:rPr>
              <a:t>Multiple queues of different priorities </a:t>
            </a:r>
            <a:r>
              <a:rPr lang="en-US" altLang="ko-KR" dirty="0">
                <a:ea typeface="굴림" panose="020B0600000101010101" pitchFamily="34" charset="-127"/>
              </a:rPr>
              <a:t>and scheduling algorithms</a:t>
            </a:r>
          </a:p>
          <a:p>
            <a:pPr>
              <a:lnSpc>
                <a:spcPct val="80000"/>
              </a:lnSpc>
              <a:spcBef>
                <a:spcPct val="20000"/>
              </a:spcBef>
            </a:pPr>
            <a:r>
              <a:rPr lang="en-US" altLang="ko-KR" dirty="0">
                <a:solidFill>
                  <a:srgbClr val="FF0000"/>
                </a:solidFill>
                <a:ea typeface="굴림" panose="020B0600000101010101" pitchFamily="34" charset="-127"/>
              </a:rPr>
              <a:t>Multi-Level Feedback Queue Scheduling:</a:t>
            </a:r>
          </a:p>
          <a:p>
            <a:pPr lvl="1">
              <a:lnSpc>
                <a:spcPct val="80000"/>
              </a:lnSpc>
              <a:spcBef>
                <a:spcPct val="20000"/>
              </a:spcBef>
            </a:pPr>
            <a:r>
              <a:rPr lang="en-US" altLang="ko-KR" dirty="0">
                <a:ea typeface="굴림" panose="020B0600000101010101" pitchFamily="34" charset="-127"/>
              </a:rPr>
              <a:t>Automatic promotion/demotion of jobs between queues to approximate SJF/SRTF</a:t>
            </a:r>
          </a:p>
          <a:p>
            <a:pPr marL="0" indent="0">
              <a:lnSpc>
                <a:spcPct val="80000"/>
              </a:lnSpc>
              <a:spcBef>
                <a:spcPct val="20000"/>
              </a:spcBef>
              <a:buNone/>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buFontTx/>
              <a:buNone/>
            </a:pPr>
            <a:endParaRPr lang="en-US" altLang="ko-KR" dirty="0">
              <a:ea typeface="굴림" panose="020B0600000101010101" pitchFamily="34" charset="-127"/>
            </a:endParaRPr>
          </a:p>
        </p:txBody>
      </p:sp>
    </p:spTree>
    <p:extLst>
      <p:ext uri="{BB962C8B-B14F-4D97-AF65-F5344CB8AC3E}">
        <p14:creationId xmlns:p14="http://schemas.microsoft.com/office/powerpoint/2010/main" val="872332521"/>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2E170-C061-82EE-23DE-CCD32EFB7997}"/>
              </a:ext>
            </a:extLst>
          </p:cNvPr>
          <p:cNvSpPr>
            <a:spLocks noGrp="1"/>
          </p:cNvSpPr>
          <p:nvPr>
            <p:ph type="title"/>
          </p:nvPr>
        </p:nvSpPr>
        <p:spPr/>
        <p:txBody>
          <a:bodyPr/>
          <a:lstStyle/>
          <a:p>
            <a:r>
              <a:rPr lang="en-US" dirty="0"/>
              <a:t>Summary of </a:t>
            </a:r>
            <a:r>
              <a:rPr lang="en-US" dirty="0" err="1"/>
              <a:t>Schedulability</a:t>
            </a:r>
            <a:r>
              <a:rPr lang="en-US" dirty="0"/>
              <a:t> Analysis Algorithms</a:t>
            </a:r>
            <a:endParaRPr lang="en-SE" dirty="0"/>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38C667E3-6ACA-7A0B-67BF-52324BBAC5D1}"/>
                  </a:ext>
                </a:extLst>
              </p:cNvPr>
              <p:cNvGraphicFramePr>
                <a:graphicFrameLocks noGrp="1"/>
              </p:cNvGraphicFramePr>
              <p:nvPr>
                <p:ph idx="1"/>
              </p:nvPr>
            </p:nvGraphicFramePr>
            <p:xfrm>
              <a:off x="381000" y="762000"/>
              <a:ext cx="11125202" cy="5899976"/>
            </p:xfrm>
            <a:graphic>
              <a:graphicData uri="http://schemas.openxmlformats.org/drawingml/2006/table">
                <a:tbl>
                  <a:tblPr firstRow="1" bandRow="1">
                    <a:tableStyleId>{5940675A-B579-460E-94D1-54222C63F5DA}</a:tableStyleId>
                  </a:tblPr>
                  <a:tblGrid>
                    <a:gridCol w="1371600">
                      <a:extLst>
                        <a:ext uri="{9D8B030D-6E8A-4147-A177-3AD203B41FA5}">
                          <a16:colId xmlns:a16="http://schemas.microsoft.com/office/drawing/2014/main" val="2697113287"/>
                        </a:ext>
                      </a:extLst>
                    </a:gridCol>
                    <a:gridCol w="2589647">
                      <a:extLst>
                        <a:ext uri="{9D8B030D-6E8A-4147-A177-3AD203B41FA5}">
                          <a16:colId xmlns:a16="http://schemas.microsoft.com/office/drawing/2014/main" val="3576272736"/>
                        </a:ext>
                      </a:extLst>
                    </a:gridCol>
                    <a:gridCol w="2387985">
                      <a:extLst>
                        <a:ext uri="{9D8B030D-6E8A-4147-A177-3AD203B41FA5}">
                          <a16:colId xmlns:a16="http://schemas.microsoft.com/office/drawing/2014/main" val="1809700460"/>
                        </a:ext>
                      </a:extLst>
                    </a:gridCol>
                    <a:gridCol w="2387985">
                      <a:extLst>
                        <a:ext uri="{9D8B030D-6E8A-4147-A177-3AD203B41FA5}">
                          <a16:colId xmlns:a16="http://schemas.microsoft.com/office/drawing/2014/main" val="3797948011"/>
                        </a:ext>
                      </a:extLst>
                    </a:gridCol>
                    <a:gridCol w="2387985">
                      <a:extLst>
                        <a:ext uri="{9D8B030D-6E8A-4147-A177-3AD203B41FA5}">
                          <a16:colId xmlns:a16="http://schemas.microsoft.com/office/drawing/2014/main" val="3209025011"/>
                        </a:ext>
                      </a:extLst>
                    </a:gridCol>
                  </a:tblGrid>
                  <a:tr h="438855">
                    <a:tc>
                      <a:txBody>
                        <a:bodyPr/>
                        <a:lstStyle/>
                        <a:p>
                          <a:endParaRPr lang="en-SE" dirty="0">
                            <a:latin typeface="Gill Sans Light" panose="020B0302020104020203"/>
                          </a:endParaRPr>
                        </a:p>
                      </a:txBody>
                      <a:tcPr>
                        <a:solidFill>
                          <a:schemeClr val="bg1">
                            <a:lumMod val="85000"/>
                          </a:schemeClr>
                        </a:solidFill>
                      </a:tcPr>
                    </a:tc>
                    <a:tc gridSpan="2">
                      <a:txBody>
                        <a:bodyPr/>
                        <a:lstStyle/>
                        <a:p>
                          <a:pPr algn="ctr"/>
                          <a:r>
                            <a:rPr lang="en-GB" b="1" dirty="0">
                              <a:latin typeface="Gill Sans Light" panose="020B0302020104020203"/>
                            </a:rPr>
                            <a:t>Fixed-Priority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tc gridSpan="2">
                      <a:txBody>
                        <a:bodyPr/>
                        <a:lstStyle/>
                        <a:p>
                          <a:pPr algn="ctr"/>
                          <a:r>
                            <a:rPr lang="en-GB" b="1" dirty="0">
                              <a:latin typeface="Gill Sans Light" panose="020B0302020104020203"/>
                            </a:rPr>
                            <a:t>Dynamic 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extLst>
                      <a:ext uri="{0D108BD9-81ED-4DB2-BD59-A6C34878D82A}">
                        <a16:rowId xmlns:a16="http://schemas.microsoft.com/office/drawing/2014/main" val="575930798"/>
                      </a:ext>
                    </a:extLst>
                  </a:tr>
                  <a:tr h="1731375">
                    <a:tc>
                      <a:txBody>
                        <a:bodyPr/>
                        <a:lstStyle/>
                        <a:p>
                          <a:r>
                            <a:rPr lang="en-GB" dirty="0">
                              <a:latin typeface="Gill Sans Light" panose="020B0302020104020203"/>
                            </a:rPr>
                            <a:t>Optimal Scheduling Algorithm</a:t>
                          </a:r>
                          <a:endParaRPr lang="en-SE" dirty="0">
                            <a:latin typeface="Gill Sans Light" panose="020B0302020104020203"/>
                          </a:endParaRPr>
                        </a:p>
                      </a:txBody>
                      <a:tcPr>
                        <a:solidFill>
                          <a:schemeClr val="bg1">
                            <a:lumMod val="95000"/>
                          </a:schemeClr>
                        </a:solidFill>
                      </a:tcPr>
                    </a:tc>
                    <a:tc>
                      <a:txBody>
                        <a:bodyPr/>
                        <a:lstStyle/>
                        <a:p>
                          <a:r>
                            <a:rPr lang="en-US" b="1" dirty="0">
                              <a:latin typeface="Gill Sans Light" panose="020B0302020104020203"/>
                            </a:rPr>
                            <a:t>Rate Monotonic (RM)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Deadline Monotonic (DM) </a:t>
                          </a:r>
                          <a:r>
                            <a:rPr lang="en-US" dirty="0">
                              <a:latin typeface="Gill Sans Light" panose="020B0302020104020203"/>
                            </a:rPr>
                            <a:t>Scheduling for constrained deadline taskset (D</a:t>
                          </a:r>
                          <a14:m>
                            <m:oMath xmlns:m="http://schemas.openxmlformats.org/officeDocument/2006/math">
                              <m:r>
                                <a:rPr lang="en-GB" b="1" smtClean="0">
                                  <a:latin typeface="Cambria Math" panose="02040503050406030204" pitchFamily="18" charset="0"/>
                                </a:rPr>
                                <m:t>≤</m:t>
                              </m:r>
                            </m:oMath>
                          </a14:m>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p>
                          <a:endParaRPr lang="en-SE" dirty="0">
                            <a:latin typeface="Gill Sans Light" panose="020B0302020104020203"/>
                          </a:endParaRPr>
                        </a:p>
                      </a:txBody>
                      <a:tcP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constrained deadline taskset (D</a:t>
                          </a:r>
                          <a14:m>
                            <m:oMath xmlns:m="http://schemas.openxmlformats.org/officeDocument/2006/math">
                              <m:r>
                                <a:rPr lang="en-GB" b="1" smtClean="0">
                                  <a:latin typeface="Cambria Math" panose="02040503050406030204" pitchFamily="18" charset="0"/>
                                </a:rPr>
                                <m:t>≤</m:t>
                              </m:r>
                            </m:oMath>
                          </a14:m>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extLst>
                      <a:ext uri="{0D108BD9-81ED-4DB2-BD59-A6C34878D82A}">
                        <a16:rowId xmlns:a16="http://schemas.microsoft.com/office/drawing/2014/main" val="1820873712"/>
                      </a:ext>
                    </a:extLst>
                  </a:tr>
                  <a:tr h="3729746">
                    <a:tc>
                      <a:txBody>
                        <a:bodyPr/>
                        <a:lstStyle/>
                        <a:p>
                          <a:r>
                            <a:rPr lang="en-GB" dirty="0" err="1">
                              <a:latin typeface="Gill Sans Light" panose="020B0302020104020203"/>
                            </a:rPr>
                            <a:t>Schedulability</a:t>
                          </a:r>
                          <a:r>
                            <a:rPr lang="en-GB" dirty="0">
                              <a:latin typeface="Gill Sans Light" panose="020B0302020104020203"/>
                            </a:rPr>
                            <a:t> Analysis Algorithm </a:t>
                          </a:r>
                          <a:endParaRPr lang="en-SE" dirty="0">
                            <a:latin typeface="Gill Sans Light" panose="020B0302020104020203"/>
                          </a:endParaRPr>
                        </a:p>
                      </a:txBody>
                      <a:tcPr/>
                    </a:tc>
                    <a:tc>
                      <a:txBody>
                        <a:bodyPr/>
                        <a:lstStyle/>
                        <a:p>
                          <a:r>
                            <a:rPr lang="en-GB" dirty="0">
                              <a:latin typeface="Gill Sans Light" panose="020B0302020104020203"/>
                            </a:rPr>
                            <a:t>Utilization Bound (UB) test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r>
                                    <a:rPr lang="en-GB" b="0" i="1" smtClean="0">
                                      <a:latin typeface="Cambria Math" panose="02040503050406030204" pitchFamily="18" charset="0"/>
                                    </a:rPr>
                                    <m:t>1/</m:t>
                                  </m:r>
                                  <m:r>
                                    <a:rPr lang="en-GB" b="0" i="1" smtClean="0">
                                      <a:latin typeface="Cambria Math" panose="02040503050406030204" pitchFamily="18" charset="0"/>
                                    </a:rPr>
                                    <m:t>𝑁</m:t>
                                  </m:r>
                                </m:sup>
                              </m:sSup>
                              <m:r>
                                <a:rPr lang="en-GB" b="0" i="1" smtClean="0">
                                  <a:latin typeface="Cambria Math" panose="02040503050406030204" pitchFamily="18" charset="0"/>
                                </a:rPr>
                                <m:t>−1)</m:t>
                              </m:r>
                            </m:oMath>
                          </a14:m>
                          <a:r>
                            <a:rPr lang="en-GB" dirty="0">
                              <a:latin typeface="Gill Sans Light" panose="020B0302020104020203"/>
                            </a:rPr>
                            <a:t> (sufficient but not necessary condition) or</a:t>
                          </a:r>
                        </a:p>
                        <a:p>
                          <a:r>
                            <a:rPr lang="en-GB" dirty="0">
                              <a:latin typeface="Gill Sans Light" panose="020B0302020104020203"/>
                            </a:rPr>
                            <a:t>Response Time Analysis (RTA) (necessary and sufficient)</a:t>
                          </a:r>
                        </a:p>
                        <a:p>
                          <a:pPr/>
                          <a14:m>
                            <m:oMathPara xmlns:m="http://schemas.openxmlformats.org/officeDocument/2006/math">
                              <m:oMathParaPr>
                                <m:jc m:val="centerGroup"/>
                              </m:oMathParaPr>
                              <m:oMath xmlns:m="http://schemas.openxmlformats.org/officeDocument/2006/math">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nary>
                                  <m:naryPr>
                                    <m:chr m:val="∑"/>
                                    <m:supHide m:val="on"/>
                                    <m:ctrlPr>
                                      <a:rPr lang="en-GB" altLang="zh-CN" sz="1800" b="0" i="1" smtClean="0">
                                        <a:latin typeface="Cambria Math" panose="02040503050406030204" pitchFamily="18" charset="0"/>
                                        <a:ea typeface="宋体" pitchFamily="2" charset="-122"/>
                                      </a:rPr>
                                    </m:ctrlPr>
                                  </m:naryPr>
                                  <m:sub>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𝑗</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h𝑝</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𝑖</m:t>
                                    </m:r>
                                    <m:r>
                                      <a:rPr lang="en-GB" altLang="zh-CN" sz="1800" b="0" i="1">
                                        <a:latin typeface="Cambria Math" panose="02040503050406030204" pitchFamily="18" charset="0"/>
                                        <a:ea typeface="宋体" pitchFamily="2" charset="-122"/>
                                      </a:rPr>
                                      <m:t>)</m:t>
                                    </m:r>
                                  </m:sub>
                                  <m:sup/>
                                  <m:e>
                                    <m:d>
                                      <m:dPr>
                                        <m:begChr m:val="⌈"/>
                                        <m:endChr m:val="⌉"/>
                                        <m:ctrlPr>
                                          <a:rPr lang="en-GB" altLang="zh-CN" sz="1800" b="0" i="1" smtClean="0">
                                            <a:latin typeface="Cambria Math" panose="02040503050406030204" pitchFamily="18" charset="0"/>
                                            <a:ea typeface="宋体" pitchFamily="2" charset="-122"/>
                                          </a:rPr>
                                        </m:ctrlPr>
                                      </m:dPr>
                                      <m:e>
                                        <m:f>
                                          <m:fPr>
                                            <m:ctrlPr>
                                              <a:rPr lang="en-GB" altLang="zh-CN" sz="1800" b="0" i="1" smtClean="0">
                                                <a:latin typeface="Cambria Math" panose="02040503050406030204" pitchFamily="18" charset="0"/>
                                                <a:ea typeface="宋体" pitchFamily="2" charset="-122"/>
                                              </a:rPr>
                                            </m:ctrlPr>
                                          </m:fPr>
                                          <m:num>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num>
                                          <m:den>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𝑇</m:t>
                                                </m:r>
                                              </m:e>
                                              <m:sub>
                                                <m:r>
                                                  <a:rPr lang="en-GB" altLang="zh-CN" sz="1800" b="0" i="1" smtClean="0">
                                                    <a:latin typeface="Cambria Math" panose="02040503050406030204" pitchFamily="18" charset="0"/>
                                                    <a:ea typeface="宋体" pitchFamily="2" charset="-122"/>
                                                  </a:rPr>
                                                  <m:t>𝑗</m:t>
                                                </m:r>
                                              </m:sub>
                                            </m:sSub>
                                          </m:den>
                                        </m:f>
                                      </m:e>
                                    </m:d>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𝑗</m:t>
                                        </m:r>
                                      </m:sub>
                                    </m:sSub>
                                  </m:e>
                                </m:nary>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𝐷</m:t>
                                    </m:r>
                                  </m:e>
                                  <m:sub>
                                    <m:r>
                                      <a:rPr lang="en-GB" altLang="zh-CN" sz="1800" b="0" i="1" smtClean="0">
                                        <a:latin typeface="Cambria Math" panose="02040503050406030204" pitchFamily="18" charset="0"/>
                                        <a:ea typeface="宋体" pitchFamily="2" charset="-122"/>
                                      </a:rPr>
                                      <m:t>𝑖</m:t>
                                    </m:r>
                                  </m:sub>
                                </m:sSub>
                              </m:oMath>
                            </m:oMathPara>
                          </a14:m>
                          <a:endParaRPr lang="en-SE" dirty="0">
                            <a:latin typeface="Gill Sans Light" panose="020B0302020104020203"/>
                          </a:endParaRPr>
                        </a:p>
                      </a:txBody>
                      <a:tcPr/>
                    </a:tc>
                    <a:tc>
                      <a:txBody>
                        <a:bodyPr/>
                        <a:lstStyle/>
                        <a:p>
                          <a:r>
                            <a:rPr lang="en-GB" dirty="0">
                              <a:latin typeface="Gill Sans Light" panose="020B0302020104020203"/>
                            </a:rPr>
                            <a:t>RTA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Gill Sans Light" panose="020B0302020104020203"/>
                            </a:rPr>
                            <a:t>Response Time Analysis (RTA) (necessary and sufficient)</a:t>
                          </a:r>
                        </a:p>
                        <a:p>
                          <a:pPr/>
                          <a14:m>
                            <m:oMathPara xmlns:m="http://schemas.openxmlformats.org/officeDocument/2006/math">
                              <m:oMathParaPr>
                                <m:jc m:val="centerGroup"/>
                              </m:oMathParaPr>
                              <m:oMath xmlns:m="http://schemas.openxmlformats.org/officeDocument/2006/math">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𝑖</m:t>
                                    </m:r>
                                  </m:sub>
                                </m:sSub>
                                <m:r>
                                  <a:rPr lang="en-GB" altLang="zh-CN" sz="1800" b="0" i="1" smtClean="0">
                                    <a:latin typeface="Cambria Math" panose="02040503050406030204" pitchFamily="18" charset="0"/>
                                    <a:ea typeface="宋体" pitchFamily="2" charset="-122"/>
                                  </a:rPr>
                                  <m:t>+</m:t>
                                </m:r>
                                <m:nary>
                                  <m:naryPr>
                                    <m:chr m:val="∑"/>
                                    <m:supHide m:val="on"/>
                                    <m:ctrlPr>
                                      <a:rPr lang="en-GB" altLang="zh-CN" sz="1800" b="0" i="1" smtClean="0">
                                        <a:latin typeface="Cambria Math" panose="02040503050406030204" pitchFamily="18" charset="0"/>
                                        <a:ea typeface="宋体" pitchFamily="2" charset="-122"/>
                                      </a:rPr>
                                    </m:ctrlPr>
                                  </m:naryPr>
                                  <m:sub>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𝑗</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h𝑝</m:t>
                                    </m:r>
                                    <m:r>
                                      <a:rPr lang="en-GB" altLang="zh-CN" sz="1800" b="0" i="1">
                                        <a:latin typeface="Cambria Math" panose="02040503050406030204" pitchFamily="18" charset="0"/>
                                        <a:ea typeface="宋体" pitchFamily="2" charset="-122"/>
                                      </a:rPr>
                                      <m:t>(</m:t>
                                    </m:r>
                                    <m:r>
                                      <a:rPr lang="en-GB" altLang="zh-CN" sz="1800" b="0" i="1">
                                        <a:latin typeface="Cambria Math" panose="02040503050406030204" pitchFamily="18" charset="0"/>
                                        <a:ea typeface="宋体" pitchFamily="2" charset="-122"/>
                                      </a:rPr>
                                      <m:t>𝑖</m:t>
                                    </m:r>
                                    <m:r>
                                      <a:rPr lang="en-GB" altLang="zh-CN" sz="1800" b="0" i="1">
                                        <a:latin typeface="Cambria Math" panose="02040503050406030204" pitchFamily="18" charset="0"/>
                                        <a:ea typeface="宋体" pitchFamily="2" charset="-122"/>
                                      </a:rPr>
                                      <m:t>)</m:t>
                                    </m:r>
                                  </m:sub>
                                  <m:sup/>
                                  <m:e>
                                    <m:d>
                                      <m:dPr>
                                        <m:begChr m:val="⌈"/>
                                        <m:endChr m:val="⌉"/>
                                        <m:ctrlPr>
                                          <a:rPr lang="en-GB" altLang="zh-CN" sz="1800" b="0" i="1" smtClean="0">
                                            <a:latin typeface="Cambria Math" panose="02040503050406030204" pitchFamily="18" charset="0"/>
                                            <a:ea typeface="宋体" pitchFamily="2" charset="-122"/>
                                          </a:rPr>
                                        </m:ctrlPr>
                                      </m:dPr>
                                      <m:e>
                                        <m:f>
                                          <m:fPr>
                                            <m:ctrlPr>
                                              <a:rPr lang="en-GB" altLang="zh-CN" sz="1800" b="0" i="1" smtClean="0">
                                                <a:latin typeface="Cambria Math" panose="02040503050406030204" pitchFamily="18" charset="0"/>
                                                <a:ea typeface="宋体" pitchFamily="2" charset="-122"/>
                                              </a:rPr>
                                            </m:ctrlPr>
                                          </m:fPr>
                                          <m:num>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𝑅</m:t>
                                                </m:r>
                                              </m:e>
                                              <m:sub>
                                                <m:r>
                                                  <a:rPr lang="en-GB" altLang="zh-CN" sz="1800" b="0" i="1" smtClean="0">
                                                    <a:latin typeface="Cambria Math" panose="02040503050406030204" pitchFamily="18" charset="0"/>
                                                    <a:ea typeface="宋体" pitchFamily="2" charset="-122"/>
                                                  </a:rPr>
                                                  <m:t>𝑖</m:t>
                                                </m:r>
                                              </m:sub>
                                            </m:sSub>
                                          </m:num>
                                          <m:den>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𝑇</m:t>
                                                </m:r>
                                              </m:e>
                                              <m:sub>
                                                <m:r>
                                                  <a:rPr lang="en-GB" altLang="zh-CN" sz="1800" b="0" i="1" smtClean="0">
                                                    <a:latin typeface="Cambria Math" panose="02040503050406030204" pitchFamily="18" charset="0"/>
                                                    <a:ea typeface="宋体" pitchFamily="2" charset="-122"/>
                                                  </a:rPr>
                                                  <m:t>𝑗</m:t>
                                                </m:r>
                                              </m:sub>
                                            </m:sSub>
                                          </m:den>
                                        </m:f>
                                      </m:e>
                                    </m:d>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𝐶</m:t>
                                        </m:r>
                                      </m:e>
                                      <m:sub>
                                        <m:r>
                                          <a:rPr lang="en-GB" altLang="zh-CN" sz="1800" b="0" i="1" smtClean="0">
                                            <a:latin typeface="Cambria Math" panose="02040503050406030204" pitchFamily="18" charset="0"/>
                                            <a:ea typeface="宋体" pitchFamily="2" charset="-122"/>
                                          </a:rPr>
                                          <m:t>𝑗</m:t>
                                        </m:r>
                                      </m:sub>
                                    </m:sSub>
                                  </m:e>
                                </m:nary>
                                <m:r>
                                  <a:rPr lang="en-GB" altLang="zh-CN" sz="1800" b="0" i="1" smtClean="0">
                                    <a:latin typeface="Cambria Math" panose="02040503050406030204" pitchFamily="18" charset="0"/>
                                    <a:ea typeface="宋体" pitchFamily="2" charset="-122"/>
                                  </a:rPr>
                                  <m:t>≤</m:t>
                                </m:r>
                                <m:sSub>
                                  <m:sSubPr>
                                    <m:ctrlPr>
                                      <a:rPr lang="en-GB" altLang="zh-CN" sz="1800" b="0" i="1" smtClean="0">
                                        <a:latin typeface="Cambria Math" panose="02040503050406030204" pitchFamily="18" charset="0"/>
                                        <a:ea typeface="宋体" pitchFamily="2" charset="-122"/>
                                      </a:rPr>
                                    </m:ctrlPr>
                                  </m:sSubPr>
                                  <m:e>
                                    <m:r>
                                      <a:rPr lang="en-GB" altLang="zh-CN" sz="1800" b="0" i="1" smtClean="0">
                                        <a:latin typeface="Cambria Math" panose="02040503050406030204" pitchFamily="18" charset="0"/>
                                        <a:ea typeface="宋体" pitchFamily="2" charset="-122"/>
                                      </a:rPr>
                                      <m:t>𝐷</m:t>
                                    </m:r>
                                  </m:e>
                                  <m:sub>
                                    <m:r>
                                      <a:rPr lang="en-GB" altLang="zh-CN" sz="1800" b="0" i="1" smtClean="0">
                                        <a:latin typeface="Cambria Math" panose="02040503050406030204" pitchFamily="18" charset="0"/>
                                        <a:ea typeface="宋体" pitchFamily="2" charset="-122"/>
                                      </a:rPr>
                                      <m:t>𝑖</m:t>
                                    </m:r>
                                  </m:sub>
                                </m:sSub>
                              </m:oMath>
                            </m:oMathPara>
                          </a14:m>
                          <a:endParaRPr lang="en-SE" dirty="0">
                            <a:latin typeface="Gill Sans Light" panose="020B0302020104020203"/>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Gill Sans Light" panose="020B0302020104020203"/>
                            </a:rPr>
                            <a:t>Utilization Bound (UB) test </a:t>
                          </a:r>
                          <a14:m>
                            <m:oMath xmlns:m="http://schemas.openxmlformats.org/officeDocument/2006/math">
                              <m:r>
                                <a:rPr lang="en-GB" b="0" i="1" smtClean="0">
                                  <a:latin typeface="Cambria Math" panose="02040503050406030204" pitchFamily="18" charset="0"/>
                                </a:rPr>
                                <m:t>𝑈</m:t>
                              </m:r>
                              <m:r>
                                <a:rPr lang="en-GB" b="0" i="1" smtClean="0">
                                  <a:latin typeface="Cambria Math" panose="02040503050406030204" pitchFamily="18" charset="0"/>
                                </a:rPr>
                                <m:t>=</m:t>
                              </m:r>
                              <m:nary>
                                <m:naryPr>
                                  <m:chr m:val="∑"/>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𝐶</m:t>
                                          </m:r>
                                        </m:e>
                                        <m:sub>
                                          <m:r>
                                            <a:rPr lang="en-GB" b="0" i="1" smtClean="0">
                                              <a:latin typeface="Cambria Math" panose="02040503050406030204" pitchFamily="18" charset="0"/>
                                            </a:rPr>
                                            <m:t>𝑖</m:t>
                                          </m:r>
                                        </m:sub>
                                      </m:sSub>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𝑇</m:t>
                                          </m:r>
                                        </m:e>
                                        <m:sub>
                                          <m:r>
                                            <a:rPr lang="en-GB" b="0" i="1" smtClean="0">
                                              <a:latin typeface="Cambria Math" panose="02040503050406030204" pitchFamily="18" charset="0"/>
                                            </a:rPr>
                                            <m:t>𝑖</m:t>
                                          </m:r>
                                        </m:sub>
                                      </m:sSub>
                                    </m:den>
                                  </m:f>
                                </m:e>
                              </m:nary>
                              <m:r>
                                <a:rPr lang="en-GB" b="0" i="1" smtClean="0">
                                  <a:latin typeface="Cambria Math" panose="02040503050406030204" pitchFamily="18" charset="0"/>
                                </a:rPr>
                                <m:t>≤1</m:t>
                              </m:r>
                            </m:oMath>
                          </a14:m>
                          <a:r>
                            <a:rPr lang="en-GB" dirty="0">
                              <a:latin typeface="Gill Sans Light" panose="020B0302020104020203"/>
                            </a:rPr>
                            <a:t> (necessary and sufficient)</a:t>
                          </a:r>
                        </a:p>
                      </a:txBody>
                      <a:tcPr/>
                    </a:tc>
                    <a:tc>
                      <a:txBody>
                        <a:bodyPr/>
                        <a:lstStyle/>
                        <a:p>
                          <a:r>
                            <a:rPr lang="en-GB" dirty="0">
                              <a:latin typeface="Gill Sans Light" panose="020B0302020104020203"/>
                            </a:rPr>
                            <a:t>Density Bound test</a:t>
                          </a:r>
                        </a:p>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GB" i="1" dirty="0" smtClean="0">
                                  <a:latin typeface="Cambria Math" panose="02040503050406030204" pitchFamily="18" charset="0"/>
                                </a:rPr>
                                <m:t>∆ </m:t>
                              </m:r>
                              <m:r>
                                <a:rPr lang="en-GB" altLang="zh-CN" b="0" i="1" smtClean="0">
                                  <a:latin typeface="Cambria Math" panose="02040503050406030204" pitchFamily="18" charset="0"/>
                                  <a:ea typeface="宋体" pitchFamily="2" charset="-122"/>
                                </a:rPr>
                                <m:t>=</m:t>
                              </m:r>
                              <m:nary>
                                <m:naryPr>
                                  <m:chr m:val="∑"/>
                                  <m:supHide m:val="on"/>
                                  <m:ctrlPr>
                                    <a:rPr lang="en-GB" altLang="zh-CN" b="0" i="1" smtClean="0">
                                      <a:latin typeface="Cambria Math" panose="02040503050406030204" pitchFamily="18" charset="0"/>
                                      <a:ea typeface="宋体" pitchFamily="2" charset="-122"/>
                                    </a:rPr>
                                  </m:ctrlPr>
                                </m:naryPr>
                                <m:sub>
                                  <m:r>
                                    <a:rPr lang="en-GB" altLang="zh-CN" b="0" i="1" smtClean="0">
                                      <a:latin typeface="Cambria Math" panose="02040503050406030204" pitchFamily="18" charset="0"/>
                                      <a:ea typeface="宋体" pitchFamily="2" charset="-122"/>
                                    </a:rPr>
                                    <m:t>𝑖</m:t>
                                  </m:r>
                                </m:sub>
                                <m:sup/>
                                <m:e>
                                  <m:f>
                                    <m:fPr>
                                      <m:ctrlPr>
                                        <a:rPr lang="en-GB" altLang="zh-CN" b="0" i="1" smtClean="0">
                                          <a:latin typeface="Cambria Math" panose="02040503050406030204" pitchFamily="18" charset="0"/>
                                          <a:ea typeface="宋体" pitchFamily="2" charset="-122"/>
                                        </a:rPr>
                                      </m:ctrlPr>
                                    </m:fPr>
                                    <m:num>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𝐶</m:t>
                                          </m:r>
                                        </m:e>
                                        <m:sub>
                                          <m:r>
                                            <a:rPr lang="en-GB" altLang="zh-CN" b="0" i="1" smtClean="0">
                                              <a:latin typeface="Cambria Math" panose="02040503050406030204" pitchFamily="18" charset="0"/>
                                              <a:ea typeface="宋体" pitchFamily="2" charset="-122"/>
                                            </a:rPr>
                                            <m:t>𝑖</m:t>
                                          </m:r>
                                        </m:sub>
                                      </m:sSub>
                                    </m:num>
                                    <m:den>
                                      <m:r>
                                        <m:rPr>
                                          <m:sty m:val="p"/>
                                        </m:rPr>
                                        <a:rPr lang="en-GB" altLang="zh-CN" b="0" i="1" smtClean="0">
                                          <a:latin typeface="Cambria Math" panose="02040503050406030204" pitchFamily="18" charset="0"/>
                                          <a:ea typeface="宋体" pitchFamily="2" charset="-122"/>
                                        </a:rPr>
                                        <m:t>min</m:t>
                                      </m:r>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𝐷</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m:t>
                                      </m:r>
                                      <m:sSub>
                                        <m:sSubPr>
                                          <m:ctrlPr>
                                            <a:rPr lang="en-GB" altLang="zh-CN" b="0" i="1" smtClean="0">
                                              <a:latin typeface="Cambria Math" panose="02040503050406030204" pitchFamily="18" charset="0"/>
                                              <a:ea typeface="宋体" pitchFamily="2" charset="-122"/>
                                            </a:rPr>
                                          </m:ctrlPr>
                                        </m:sSubPr>
                                        <m:e>
                                          <m:r>
                                            <a:rPr lang="en-GB" altLang="zh-CN" b="0" i="1" smtClean="0">
                                              <a:latin typeface="Cambria Math" panose="02040503050406030204" pitchFamily="18" charset="0"/>
                                              <a:ea typeface="宋体" pitchFamily="2" charset="-122"/>
                                            </a:rPr>
                                            <m:t>𝑇</m:t>
                                          </m:r>
                                        </m:e>
                                        <m:sub>
                                          <m:r>
                                            <a:rPr lang="en-GB" altLang="zh-CN" b="0" i="1" smtClean="0">
                                              <a:latin typeface="Cambria Math" panose="02040503050406030204" pitchFamily="18" charset="0"/>
                                              <a:ea typeface="宋体" pitchFamily="2" charset="-122"/>
                                            </a:rPr>
                                            <m:t>𝑖</m:t>
                                          </m:r>
                                        </m:sub>
                                      </m:sSub>
                                      <m:r>
                                        <a:rPr lang="en-GB" altLang="zh-CN" b="0" i="1" smtClean="0">
                                          <a:latin typeface="Cambria Math" panose="02040503050406030204" pitchFamily="18" charset="0"/>
                                          <a:ea typeface="宋体" pitchFamily="2" charset="-122"/>
                                        </a:rPr>
                                        <m:t>) </m:t>
                                      </m:r>
                                    </m:den>
                                  </m:f>
                                </m:e>
                              </m:nary>
                              <m:r>
                                <a:rPr lang="en-GB" altLang="zh-CN" b="0" i="1" smtClean="0">
                                  <a:latin typeface="Cambria Math" panose="02040503050406030204" pitchFamily="18" charset="0"/>
                                  <a:ea typeface="宋体" pitchFamily="2" charset="-122"/>
                                </a:rPr>
                                <m:t>≤1</m:t>
                              </m:r>
                            </m:oMath>
                          </a14:m>
                          <a:r>
                            <a:rPr lang="en-GB" dirty="0">
                              <a:latin typeface="Gill Sans Light" panose="020B0302020104020203"/>
                            </a:rPr>
                            <a:t> (sufficient but not necessary condition)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Gill Sans Light" panose="020B0302020104020203"/>
                            </a:rPr>
                            <a:t>or Demand Bound Function (not covered)</a:t>
                          </a:r>
                          <a:endParaRPr lang="en-SE" dirty="0">
                            <a:latin typeface="Gill Sans Light" panose="020B0302020104020203"/>
                          </a:endParaRPr>
                        </a:p>
                      </a:txBody>
                      <a:tcPr/>
                    </a:tc>
                    <a:extLst>
                      <a:ext uri="{0D108BD9-81ED-4DB2-BD59-A6C34878D82A}">
                        <a16:rowId xmlns:a16="http://schemas.microsoft.com/office/drawing/2014/main" val="2512305575"/>
                      </a:ext>
                    </a:extLst>
                  </a:tr>
                </a:tbl>
              </a:graphicData>
            </a:graphic>
          </p:graphicFrame>
        </mc:Choice>
        <mc:Fallback xmlns="">
          <p:graphicFrame>
            <p:nvGraphicFramePr>
              <p:cNvPr id="4" name="Content Placeholder 3">
                <a:extLst>
                  <a:ext uri="{FF2B5EF4-FFF2-40B4-BE49-F238E27FC236}">
                    <a16:creationId xmlns:a16="http://schemas.microsoft.com/office/drawing/2014/main" id="{38C667E3-6ACA-7A0B-67BF-52324BBAC5D1}"/>
                  </a:ext>
                </a:extLst>
              </p:cNvPr>
              <p:cNvGraphicFramePr>
                <a:graphicFrameLocks noGrp="1"/>
              </p:cNvGraphicFramePr>
              <p:nvPr>
                <p:ph idx="1"/>
                <p:extLst>
                  <p:ext uri="{D42A27DB-BD31-4B8C-83A1-F6EECF244321}">
                    <p14:modId xmlns:p14="http://schemas.microsoft.com/office/powerpoint/2010/main" val="2539551881"/>
                  </p:ext>
                </p:extLst>
              </p:nvPr>
            </p:nvGraphicFramePr>
            <p:xfrm>
              <a:off x="381000" y="762000"/>
              <a:ext cx="11125202" cy="5899976"/>
            </p:xfrm>
            <a:graphic>
              <a:graphicData uri="http://schemas.openxmlformats.org/drawingml/2006/table">
                <a:tbl>
                  <a:tblPr firstRow="1" bandRow="1">
                    <a:tableStyleId>{5940675A-B579-460E-94D1-54222C63F5DA}</a:tableStyleId>
                  </a:tblPr>
                  <a:tblGrid>
                    <a:gridCol w="1371600">
                      <a:extLst>
                        <a:ext uri="{9D8B030D-6E8A-4147-A177-3AD203B41FA5}">
                          <a16:colId xmlns:a16="http://schemas.microsoft.com/office/drawing/2014/main" val="2697113287"/>
                        </a:ext>
                      </a:extLst>
                    </a:gridCol>
                    <a:gridCol w="2589647">
                      <a:extLst>
                        <a:ext uri="{9D8B030D-6E8A-4147-A177-3AD203B41FA5}">
                          <a16:colId xmlns:a16="http://schemas.microsoft.com/office/drawing/2014/main" val="3576272736"/>
                        </a:ext>
                      </a:extLst>
                    </a:gridCol>
                    <a:gridCol w="2387985">
                      <a:extLst>
                        <a:ext uri="{9D8B030D-6E8A-4147-A177-3AD203B41FA5}">
                          <a16:colId xmlns:a16="http://schemas.microsoft.com/office/drawing/2014/main" val="1809700460"/>
                        </a:ext>
                      </a:extLst>
                    </a:gridCol>
                    <a:gridCol w="2387985">
                      <a:extLst>
                        <a:ext uri="{9D8B030D-6E8A-4147-A177-3AD203B41FA5}">
                          <a16:colId xmlns:a16="http://schemas.microsoft.com/office/drawing/2014/main" val="3797948011"/>
                        </a:ext>
                      </a:extLst>
                    </a:gridCol>
                    <a:gridCol w="2387985">
                      <a:extLst>
                        <a:ext uri="{9D8B030D-6E8A-4147-A177-3AD203B41FA5}">
                          <a16:colId xmlns:a16="http://schemas.microsoft.com/office/drawing/2014/main" val="3209025011"/>
                        </a:ext>
                      </a:extLst>
                    </a:gridCol>
                  </a:tblGrid>
                  <a:tr h="438855">
                    <a:tc>
                      <a:txBody>
                        <a:bodyPr/>
                        <a:lstStyle/>
                        <a:p>
                          <a:endParaRPr lang="en-SE" dirty="0">
                            <a:latin typeface="Gill Sans Light" panose="020B0302020104020203"/>
                          </a:endParaRPr>
                        </a:p>
                      </a:txBody>
                      <a:tcPr>
                        <a:solidFill>
                          <a:schemeClr val="bg1">
                            <a:lumMod val="85000"/>
                          </a:schemeClr>
                        </a:solidFill>
                      </a:tcPr>
                    </a:tc>
                    <a:tc gridSpan="2">
                      <a:txBody>
                        <a:bodyPr/>
                        <a:lstStyle/>
                        <a:p>
                          <a:pPr algn="ctr"/>
                          <a:r>
                            <a:rPr lang="en-GB" b="1" dirty="0">
                              <a:latin typeface="Gill Sans Light" panose="020B0302020104020203"/>
                            </a:rPr>
                            <a:t>Fixed-Priority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tc gridSpan="2">
                      <a:txBody>
                        <a:bodyPr/>
                        <a:lstStyle/>
                        <a:p>
                          <a:pPr algn="ctr"/>
                          <a:r>
                            <a:rPr lang="en-GB" b="1" dirty="0">
                              <a:latin typeface="Gill Sans Light" panose="020B0302020104020203"/>
                            </a:rPr>
                            <a:t>Dynamic Priority Scheduling</a:t>
                          </a:r>
                          <a:endParaRPr lang="en-SE" b="1" dirty="0">
                            <a:latin typeface="Gill Sans Light" panose="020B0302020104020203"/>
                          </a:endParaRPr>
                        </a:p>
                      </a:txBody>
                      <a:tcPr>
                        <a:solidFill>
                          <a:schemeClr val="bg1">
                            <a:lumMod val="8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latin typeface="Gill Sans Light" panose="020B0302020104020203"/>
                          </a:endParaRPr>
                        </a:p>
                      </a:txBody>
                      <a:tcPr/>
                    </a:tc>
                    <a:extLst>
                      <a:ext uri="{0D108BD9-81ED-4DB2-BD59-A6C34878D82A}">
                        <a16:rowId xmlns:a16="http://schemas.microsoft.com/office/drawing/2014/main" val="575930798"/>
                      </a:ext>
                    </a:extLst>
                  </a:tr>
                  <a:tr h="1731375">
                    <a:tc>
                      <a:txBody>
                        <a:bodyPr/>
                        <a:lstStyle/>
                        <a:p>
                          <a:r>
                            <a:rPr lang="en-GB" dirty="0">
                              <a:latin typeface="Gill Sans Light" panose="020B0302020104020203"/>
                            </a:rPr>
                            <a:t>Optimal Scheduling Algorithm</a:t>
                          </a:r>
                          <a:endParaRPr lang="en-SE" dirty="0">
                            <a:latin typeface="Gill Sans Light" panose="020B0302020104020203"/>
                          </a:endParaRPr>
                        </a:p>
                      </a:txBody>
                      <a:tcPr>
                        <a:solidFill>
                          <a:schemeClr val="bg1">
                            <a:lumMod val="95000"/>
                          </a:schemeClr>
                        </a:solidFill>
                      </a:tcPr>
                    </a:tc>
                    <a:tc>
                      <a:txBody>
                        <a:bodyPr/>
                        <a:lstStyle/>
                        <a:p>
                          <a:r>
                            <a:rPr lang="en-US" b="1" dirty="0">
                              <a:latin typeface="Gill Sans Light" panose="020B0302020104020203"/>
                            </a:rPr>
                            <a:t>Rate Monotonic (RM)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txBody>
                      <a:tcPr>
                        <a:solidFill>
                          <a:schemeClr val="bg1">
                            <a:lumMod val="95000"/>
                          </a:schemeClr>
                        </a:solidFill>
                      </a:tcPr>
                    </a:tc>
                    <a:tc>
                      <a:txBody>
                        <a:bodyPr/>
                        <a:lstStyle/>
                        <a:p>
                          <a:endParaRPr lang="en-US"/>
                        </a:p>
                      </a:txBody>
                      <a:tcPr>
                        <a:blipFill>
                          <a:blip r:embed="rId2"/>
                          <a:stretch>
                            <a:fillRect l="-166071" t="-27113" r="-200510" b="-21619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Gill Sans Light" panose="020B0302020104020203"/>
                            </a:rPr>
                            <a:t>Earliest Deadline First (EDF) </a:t>
                          </a:r>
                          <a:r>
                            <a:rPr lang="en-US" dirty="0">
                              <a:latin typeface="Gill Sans Light" panose="020B0302020104020203"/>
                            </a:rPr>
                            <a:t>Scheduling for implicit deadline taskset (D</a:t>
                          </a:r>
                          <a:r>
                            <a:rPr lang="en-GB" dirty="0">
                              <a:latin typeface="Gill Sans Light" panose="020B0302020104020203"/>
                            </a:rPr>
                            <a:t>=T)</a:t>
                          </a:r>
                          <a:endParaRPr lang="en-SE" dirty="0">
                            <a:latin typeface="Gill Sans Light" panose="020B0302020104020203"/>
                          </a:endParaRPr>
                        </a:p>
                        <a:p>
                          <a:endParaRPr lang="en-SE" dirty="0">
                            <a:latin typeface="Gill Sans Light" panose="020B0302020104020203"/>
                          </a:endParaRPr>
                        </a:p>
                      </a:txBody>
                      <a:tcPr>
                        <a:solidFill>
                          <a:schemeClr val="bg1">
                            <a:lumMod val="95000"/>
                          </a:schemeClr>
                        </a:solidFill>
                      </a:tcPr>
                    </a:tc>
                    <a:tc>
                      <a:txBody>
                        <a:bodyPr/>
                        <a:lstStyle/>
                        <a:p>
                          <a:endParaRPr lang="en-US"/>
                        </a:p>
                      </a:txBody>
                      <a:tcPr>
                        <a:blipFill>
                          <a:blip r:embed="rId2"/>
                          <a:stretch>
                            <a:fillRect l="-366071" t="-27113" r="-510" b="-216197"/>
                          </a:stretch>
                        </a:blipFill>
                      </a:tcPr>
                    </a:tc>
                    <a:extLst>
                      <a:ext uri="{0D108BD9-81ED-4DB2-BD59-A6C34878D82A}">
                        <a16:rowId xmlns:a16="http://schemas.microsoft.com/office/drawing/2014/main" val="1820873712"/>
                      </a:ext>
                    </a:extLst>
                  </a:tr>
                  <a:tr h="3729746">
                    <a:tc>
                      <a:txBody>
                        <a:bodyPr/>
                        <a:lstStyle/>
                        <a:p>
                          <a:r>
                            <a:rPr lang="en-GB" dirty="0" err="1">
                              <a:latin typeface="Gill Sans Light" panose="020B0302020104020203"/>
                            </a:rPr>
                            <a:t>Schedulability</a:t>
                          </a:r>
                          <a:r>
                            <a:rPr lang="en-GB" dirty="0">
                              <a:latin typeface="Gill Sans Light" panose="020B0302020104020203"/>
                            </a:rPr>
                            <a:t> Analysis Algorithm </a:t>
                          </a:r>
                          <a:endParaRPr lang="en-SE" dirty="0">
                            <a:latin typeface="Gill Sans Light" panose="020B0302020104020203"/>
                          </a:endParaRPr>
                        </a:p>
                      </a:txBody>
                      <a:tcPr/>
                    </a:tc>
                    <a:tc>
                      <a:txBody>
                        <a:bodyPr/>
                        <a:lstStyle/>
                        <a:p>
                          <a:endParaRPr lang="en-US"/>
                        </a:p>
                      </a:txBody>
                      <a:tcPr>
                        <a:blipFill>
                          <a:blip r:embed="rId2"/>
                          <a:stretch>
                            <a:fillRect l="-53176" t="-58987" r="-277176" b="-327"/>
                          </a:stretch>
                        </a:blipFill>
                      </a:tcPr>
                    </a:tc>
                    <a:tc>
                      <a:txBody>
                        <a:bodyPr/>
                        <a:lstStyle/>
                        <a:p>
                          <a:endParaRPr lang="en-US"/>
                        </a:p>
                      </a:txBody>
                      <a:tcPr>
                        <a:blipFill>
                          <a:blip r:embed="rId2"/>
                          <a:stretch>
                            <a:fillRect l="-166071" t="-58987" r="-200510" b="-327"/>
                          </a:stretch>
                        </a:blipFill>
                      </a:tcPr>
                    </a:tc>
                    <a:tc>
                      <a:txBody>
                        <a:bodyPr/>
                        <a:lstStyle/>
                        <a:p>
                          <a:endParaRPr lang="en-US"/>
                        </a:p>
                      </a:txBody>
                      <a:tcPr>
                        <a:blipFill>
                          <a:blip r:embed="rId2"/>
                          <a:stretch>
                            <a:fillRect l="-266071" t="-58987" r="-100510" b="-327"/>
                          </a:stretch>
                        </a:blipFill>
                      </a:tcPr>
                    </a:tc>
                    <a:tc>
                      <a:txBody>
                        <a:bodyPr/>
                        <a:lstStyle/>
                        <a:p>
                          <a:endParaRPr lang="en-US"/>
                        </a:p>
                      </a:txBody>
                      <a:tcPr>
                        <a:blipFill>
                          <a:blip r:embed="rId2"/>
                          <a:stretch>
                            <a:fillRect l="-366071" t="-58987" r="-510" b="-327"/>
                          </a:stretch>
                        </a:blipFill>
                      </a:tcPr>
                    </a:tc>
                    <a:extLst>
                      <a:ext uri="{0D108BD9-81ED-4DB2-BD59-A6C34878D82A}">
                        <a16:rowId xmlns:a16="http://schemas.microsoft.com/office/drawing/2014/main" val="2512305575"/>
                      </a:ext>
                    </a:extLst>
                  </a:tr>
                </a:tbl>
              </a:graphicData>
            </a:graphic>
          </p:graphicFrame>
        </mc:Fallback>
      </mc:AlternateContent>
      <p:sp>
        <p:nvSpPr>
          <p:cNvPr id="5" name="TextBox 4">
            <a:extLst>
              <a:ext uri="{FF2B5EF4-FFF2-40B4-BE49-F238E27FC236}">
                <a16:creationId xmlns:a16="http://schemas.microsoft.com/office/drawing/2014/main" id="{BA6E440D-B98C-D52A-EC1D-B6CF3A16ACB9}"/>
              </a:ext>
            </a:extLst>
          </p:cNvPr>
          <p:cNvSpPr txBox="1"/>
          <p:nvPr/>
        </p:nvSpPr>
        <p:spPr>
          <a:xfrm>
            <a:off x="10159363" y="56151"/>
            <a:ext cx="1959639"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800" b="0" i="0" u="none" strike="noStrike" kern="0" cap="none" spc="0" normalizeH="0" baseline="0" noProof="0" dirty="0">
                <a:ln>
                  <a:noFill/>
                </a:ln>
                <a:solidFill>
                  <a:prstClr val="white"/>
                </a:solidFill>
                <a:effectLst/>
                <a:uLnTx/>
                <a:uFillTx/>
                <a:latin typeface="Calibri" panose="020F0502020204030204"/>
                <a:ea typeface="+mn-ea"/>
                <a:cs typeface="+mn-cs"/>
              </a:rPr>
              <a:t>IMPORTANT</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9863210"/>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C6D86-F055-B7D8-F15A-EBA17F5659BA}"/>
              </a:ext>
            </a:extLst>
          </p:cNvPr>
          <p:cNvSpPr>
            <a:spLocks noGrp="1"/>
          </p:cNvSpPr>
          <p:nvPr>
            <p:ph type="title"/>
          </p:nvPr>
        </p:nvSpPr>
        <p:spPr/>
        <p:txBody>
          <a:bodyPr/>
          <a:lstStyle/>
          <a:p>
            <a:r>
              <a:rPr lang="en-GB" dirty="0"/>
              <a:t>PCP Blocking Time</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9CDF9D-7843-5545-1EC4-8168EACF154D}"/>
                  </a:ext>
                </a:extLst>
              </p:cNvPr>
              <p:cNvSpPr>
                <a:spLocks noGrp="1"/>
              </p:cNvSpPr>
              <p:nvPr>
                <p:ph idx="1"/>
              </p:nvPr>
            </p:nvSpPr>
            <p:spPr>
              <a:xfrm>
                <a:off x="754350" y="4097436"/>
                <a:ext cx="10566400" cy="2455763"/>
              </a:xfrm>
            </p:spPr>
            <p:txBody>
              <a:bodyPr>
                <a:normAutofit/>
              </a:bodyPr>
              <a:lstStyle/>
              <a:p>
                <a:pPr eaLnBrk="1" hangingPunct="1"/>
                <a:r>
                  <a:rPr lang="en-US" altLang="zh-CN" dirty="0">
                    <a:ea typeface="宋体" charset="-122"/>
                  </a:rPr>
                  <a:t>Consider all lower-priority tasks (</a:t>
                </a:r>
                <a:r>
                  <a:rPr lang="en-US" altLang="zh-CN" i="1" dirty="0">
                    <a:ea typeface="宋体" charset="-122"/>
                  </a:rPr>
                  <a:t>k</a:t>
                </a:r>
                <a14:m>
                  <m:oMath xmlns:m="http://schemas.openxmlformats.org/officeDocument/2006/math">
                    <m:r>
                      <a:rPr lang="en-GB" altLang="zh-CN" b="0" i="1" smtClean="0">
                        <a:latin typeface="Cambria Math" panose="02040503050406030204" pitchFamily="18" charset="0"/>
                        <a:ea typeface="宋体" charset="-122"/>
                      </a:rPr>
                      <m:t>∈</m:t>
                    </m:r>
                  </m:oMath>
                </a14:m>
                <a:r>
                  <a:rPr lang="en-US" altLang="zh-CN" i="1" dirty="0" err="1">
                    <a:ea typeface="宋体" charset="-122"/>
                  </a:rPr>
                  <a:t>lp</a:t>
                </a:r>
                <a:r>
                  <a:rPr lang="en-US" altLang="zh-CN" i="1" dirty="0">
                    <a:ea typeface="宋体" charset="-122"/>
                  </a:rPr>
                  <a:t>(i)</a:t>
                </a:r>
                <a:r>
                  <a:rPr lang="en-US" altLang="zh-CN" dirty="0">
                    <a:ea typeface="宋体" charset="-122"/>
                  </a:rPr>
                  <a:t>), and the semaphores they can lock (s)</a:t>
                </a:r>
              </a:p>
              <a:p>
                <a:pPr eaLnBrk="1" hangingPunct="1"/>
                <a:r>
                  <a:rPr lang="en-US" altLang="zh-CN" dirty="0">
                    <a:ea typeface="宋体" charset="-122"/>
                  </a:rPr>
                  <a:t>Select from those semaphores (s) with ceiling higher than or equal to </a:t>
                </a:r>
                <a14:m>
                  <m:oMath xmlns:m="http://schemas.openxmlformats.org/officeDocument/2006/math">
                    <m:sSub>
                      <m:sSubPr>
                        <m:ctrlPr>
                          <a:rPr lang="en-GB" altLang="zh-CN" b="0" i="1" smtClean="0">
                            <a:latin typeface="Cambria Math" panose="02040503050406030204" pitchFamily="18" charset="0"/>
                            <a:ea typeface="宋体" charset="-122"/>
                          </a:rPr>
                        </m:ctrlPr>
                      </m:sSubPr>
                      <m:e>
                        <m:r>
                          <a:rPr lang="en-GB" altLang="zh-CN" b="0" i="1" smtClean="0">
                            <a:latin typeface="Cambria Math" panose="02040503050406030204" pitchFamily="18" charset="0"/>
                            <a:ea typeface="宋体" charset="-122"/>
                          </a:rPr>
                          <m:t>𝑝𝑟𝑖</m:t>
                        </m:r>
                        <m:d>
                          <m:dPr>
                            <m:ctrlPr>
                              <a:rPr lang="en-GB" altLang="zh-CN" b="0" i="1" smtClean="0">
                                <a:latin typeface="Cambria Math" panose="02040503050406030204" pitchFamily="18" charset="0"/>
                                <a:ea typeface="宋体" charset="-122"/>
                              </a:rPr>
                            </m:ctrlPr>
                          </m:dPr>
                          <m:e>
                            <m:r>
                              <a:rPr lang="en-GB" altLang="zh-CN" b="0" i="1" smtClean="0">
                                <a:latin typeface="Cambria Math" panose="02040503050406030204" pitchFamily="18" charset="0"/>
                                <a:ea typeface="宋体" charset="-122"/>
                              </a:rPr>
                              <m:t>𝑖</m:t>
                            </m:r>
                          </m:e>
                        </m:d>
                        <m:r>
                          <a:rPr lang="en-GB" altLang="zh-CN" b="0" i="1" smtClean="0">
                            <a:latin typeface="Cambria Math" panose="02040503050406030204" pitchFamily="18" charset="0"/>
                            <a:ea typeface="宋体" charset="-122"/>
                          </a:rPr>
                          <m:t>=</m:t>
                        </m:r>
                        <m:r>
                          <a:rPr lang="en-GB" altLang="zh-CN" b="0" i="1" smtClean="0">
                            <a:latin typeface="Cambria Math" panose="02040503050406030204" pitchFamily="18" charset="0"/>
                            <a:ea typeface="宋体" charset="-122"/>
                          </a:rPr>
                          <m:t>𝑃</m:t>
                        </m:r>
                      </m:e>
                      <m:sub>
                        <m:r>
                          <a:rPr lang="en-GB" altLang="zh-CN" b="0" i="1" smtClean="0">
                            <a:latin typeface="Cambria Math" panose="02040503050406030204" pitchFamily="18" charset="0"/>
                            <a:ea typeface="宋体" charset="-122"/>
                          </a:rPr>
                          <m:t>𝑖</m:t>
                        </m:r>
                      </m:sub>
                    </m:sSub>
                  </m:oMath>
                </a14:m>
                <a:endParaRPr lang="en-US" altLang="zh-CN" baseline="-25000" dirty="0">
                  <a:ea typeface="宋体" charset="-122"/>
                </a:endParaRPr>
              </a:p>
              <a:p>
                <a:pPr eaLnBrk="1" hangingPunct="1"/>
                <a:r>
                  <a:rPr lang="en-US" altLang="zh-CN" dirty="0">
                    <a:ea typeface="宋体" charset="-122"/>
                  </a:rPr>
                  <a:t>Take max length of all tasks (k)’s critical sections that lock semaphores (s)</a:t>
                </a:r>
              </a:p>
              <a:p>
                <a:pPr eaLnBrk="1" hangingPunct="1"/>
                <a:r>
                  <a:rPr lang="en-US" altLang="zh-CN" dirty="0">
                    <a:ea typeface="宋体" charset="-122"/>
                  </a:rPr>
                  <a:t>(The blocking time is valid even for a task that does not require any semaphores/critical sections, as it may experience </a:t>
                </a:r>
                <a:r>
                  <a:rPr lang="en-US" altLang="zh-CN" dirty="0">
                    <a:ea typeface="宋体" charset="-122"/>
                    <a:hlinkClick r:id="" action="ppaction://noaction"/>
                  </a:rPr>
                  <a:t>push-through blocking</a:t>
                </a:r>
                <a:r>
                  <a:rPr lang="en-US" altLang="zh-CN" dirty="0">
                    <a:ea typeface="宋体" charset="-122"/>
                  </a:rPr>
                  <a:t>.)</a:t>
                </a:r>
              </a:p>
            </p:txBody>
          </p:sp>
        </mc:Choice>
        <mc:Fallback xmlns="">
          <p:sp>
            <p:nvSpPr>
              <p:cNvPr id="3" name="Content Placeholder 2">
                <a:extLst>
                  <a:ext uri="{FF2B5EF4-FFF2-40B4-BE49-F238E27FC236}">
                    <a16:creationId xmlns:a16="http://schemas.microsoft.com/office/drawing/2014/main" id="{479CDF9D-7843-5545-1EC4-8168EACF154D}"/>
                  </a:ext>
                </a:extLst>
              </p:cNvPr>
              <p:cNvSpPr>
                <a:spLocks noGrp="1" noRot="1" noChangeAspect="1" noMove="1" noResize="1" noEditPoints="1" noAdjustHandles="1" noChangeArrowheads="1" noChangeShapeType="1" noTextEdit="1"/>
              </p:cNvSpPr>
              <p:nvPr>
                <p:ph idx="1"/>
              </p:nvPr>
            </p:nvSpPr>
            <p:spPr>
              <a:xfrm>
                <a:off x="754350" y="4097436"/>
                <a:ext cx="10566400" cy="2455763"/>
              </a:xfrm>
              <a:blipFill>
                <a:blip r:embed="rId4"/>
                <a:stretch>
                  <a:fillRect l="-1039" t="-446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68273A30-C3C8-747C-9ED6-D4CD76EA9AE4}"/>
              </a:ext>
            </a:extLst>
          </p:cNvPr>
          <p:cNvPicPr>
            <a:picLocks noChangeAspect="1" noChangeArrowheads="1"/>
          </p:cNvPicPr>
          <p:nvPr/>
        </p:nvPicPr>
        <p:blipFill>
          <a:blip r:embed="rId5"/>
          <a:srcRect/>
          <a:stretch>
            <a:fillRect/>
          </a:stretch>
        </p:blipFill>
        <p:spPr bwMode="auto">
          <a:xfrm>
            <a:off x="457200" y="873888"/>
            <a:ext cx="10863550" cy="3012312"/>
          </a:xfrm>
          <a:prstGeom prst="rect">
            <a:avLst/>
          </a:prstGeom>
          <a:noFill/>
          <a:ln w="9525">
            <a:noFill/>
            <a:miter lim="800000"/>
            <a:headEnd/>
            <a:tailEnd/>
          </a:ln>
        </p:spPr>
      </p:pic>
      <p:sp>
        <p:nvSpPr>
          <p:cNvPr id="4" name="Rectangle 3">
            <a:extLst>
              <a:ext uri="{FF2B5EF4-FFF2-40B4-BE49-F238E27FC236}">
                <a16:creationId xmlns:a16="http://schemas.microsoft.com/office/drawing/2014/main" id="{BBF72916-C5D4-0776-B7CA-F7BD40D6715C}"/>
              </a:ext>
            </a:extLst>
          </p:cNvPr>
          <p:cNvSpPr/>
          <p:nvPr/>
        </p:nvSpPr>
        <p:spPr>
          <a:xfrm>
            <a:off x="10509818" y="3048000"/>
            <a:ext cx="920182" cy="7169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SE"/>
          </a:p>
        </p:txBody>
      </p:sp>
    </p:spTree>
    <p:extLst>
      <p:ext uri="{BB962C8B-B14F-4D97-AF65-F5344CB8AC3E}">
        <p14:creationId xmlns:p14="http://schemas.microsoft.com/office/powerpoint/2010/main" val="2165030028"/>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99784</TotalTime>
  <Pages>60</Pages>
  <Words>3836</Words>
  <Application>Microsoft Office PowerPoint</Application>
  <PresentationFormat>Widescreen</PresentationFormat>
  <Paragraphs>396</Paragraphs>
  <Slides>18</Slides>
  <Notes>15</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18</vt:i4>
      </vt:variant>
    </vt:vector>
  </HeadingPairs>
  <TitlesOfParts>
    <vt:vector size="34" baseType="lpstr">
      <vt:lpstr>gg sans</vt:lpstr>
      <vt:lpstr>Gill Sans</vt:lpstr>
      <vt:lpstr>Gill Sans Light</vt:lpstr>
      <vt:lpstr>굴림</vt:lpstr>
      <vt:lpstr>inherit</vt:lpstr>
      <vt:lpstr>Menlo</vt:lpstr>
      <vt:lpstr>宋体</vt:lpstr>
      <vt:lpstr>Arial</vt:lpstr>
      <vt:lpstr>Calibri</vt:lpstr>
      <vt:lpstr>Cambria Math</vt:lpstr>
      <vt:lpstr>Comic Sans MS</vt:lpstr>
      <vt:lpstr>Consolas</vt:lpstr>
      <vt:lpstr>Helvetica</vt:lpstr>
      <vt:lpstr>Roboto</vt:lpstr>
      <vt:lpstr>Symbol</vt:lpstr>
      <vt:lpstr>Office</vt:lpstr>
      <vt:lpstr> CSC 256: Final Review</vt:lpstr>
      <vt:lpstr>fork()</vt:lpstr>
      <vt:lpstr>exec()</vt:lpstr>
      <vt:lpstr>wait()</vt:lpstr>
      <vt:lpstr>L2 Summary</vt:lpstr>
      <vt:lpstr>Race Condition</vt:lpstr>
      <vt:lpstr>Lock to Protect a Critical Section</vt:lpstr>
      <vt:lpstr>Semaphores</vt:lpstr>
      <vt:lpstr>Deadlock</vt:lpstr>
      <vt:lpstr>Banker's algorithm: preliminaries</vt:lpstr>
      <vt:lpstr>Banker’s algorithm</vt:lpstr>
      <vt:lpstr>Video tutorial of Banker's algorithm I</vt:lpstr>
      <vt:lpstr>Predicting Length of the Next CPU Burst</vt:lpstr>
      <vt:lpstr>Predicting Length of the Next CPU Burst: =0.5</vt:lpstr>
      <vt:lpstr>Predicting the Length of the Next CPU Burst: =0.1 or 0.9</vt:lpstr>
      <vt:lpstr>Lecture 5 Scheduling Conclusion</vt:lpstr>
      <vt:lpstr>Summary of Schedulability Analysis Algorithms</vt:lpstr>
      <vt:lpstr>PCP Blocking Time</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1079</cp:revision>
  <cp:lastPrinted>2022-03-15T20:14:46Z</cp:lastPrinted>
  <dcterms:created xsi:type="dcterms:W3CDTF">1995-08-12T11:37:26Z</dcterms:created>
  <dcterms:modified xsi:type="dcterms:W3CDTF">2025-12-06T16:03:27Z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